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bham Kuiri" initials="SK" lastIdx="1" clrIdx="0">
    <p:extLst>
      <p:ext uri="{19B8F6BF-5375-455C-9EA6-DF929625EA0E}">
        <p15:presenceInfo xmlns:p15="http://schemas.microsoft.com/office/powerpoint/2012/main" userId="6e998787ffb65f0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D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 Kuiri" userId="6e998787ffb65f0c" providerId="LiveId" clId="{992E50E2-4F0C-4A63-A5EC-F4DFDA4F1202}"/>
    <pc:docChg chg="undo custSel addSld modSld">
      <pc:chgData name="Shubham Kuiri" userId="6e998787ffb65f0c" providerId="LiveId" clId="{992E50E2-4F0C-4A63-A5EC-F4DFDA4F1202}" dt="2026-09-14T14:01:21.135" v="672" actId="20577"/>
      <pc:docMkLst>
        <pc:docMk/>
      </pc:docMkLst>
      <pc:sldChg chg="modSp mod setBg">
        <pc:chgData name="Shubham Kuiri" userId="6e998787ffb65f0c" providerId="LiveId" clId="{992E50E2-4F0C-4A63-A5EC-F4DFDA4F1202}" dt="2026-09-14T10:14:05.529" v="514" actId="207"/>
        <pc:sldMkLst>
          <pc:docMk/>
          <pc:sldMk cId="0" sldId="256"/>
        </pc:sldMkLst>
        <pc:spChg chg="mod">
          <ac:chgData name="Shubham Kuiri" userId="6e998787ffb65f0c" providerId="LiveId" clId="{992E50E2-4F0C-4A63-A5EC-F4DFDA4F1202}" dt="2026-09-12T10:41:07.546" v="434" actId="1076"/>
          <ac:spMkLst>
            <pc:docMk/>
            <pc:sldMk cId="0" sldId="256"/>
            <ac:spMk id="2" creationId="{00000000-0000-0000-0000-000000000000}"/>
          </ac:spMkLst>
        </pc:spChg>
        <pc:spChg chg="mod">
          <ac:chgData name="Shubham Kuiri" userId="6e998787ffb65f0c" providerId="LiveId" clId="{992E50E2-4F0C-4A63-A5EC-F4DFDA4F1202}" dt="2026-09-12T10:41:11.322" v="435" actId="1076"/>
          <ac:spMkLst>
            <pc:docMk/>
            <pc:sldMk cId="0" sldId="256"/>
            <ac:spMk id="3" creationId="{00000000-0000-0000-0000-000000000000}"/>
          </ac:spMkLst>
        </pc:spChg>
        <pc:spChg chg="mod">
          <ac:chgData name="Shubham Kuiri" userId="6e998787ffb65f0c" providerId="LiveId" clId="{992E50E2-4F0C-4A63-A5EC-F4DFDA4F1202}" dt="2026-09-12T09:02:02.771" v="123" actId="1076"/>
          <ac:spMkLst>
            <pc:docMk/>
            <pc:sldMk cId="0" sldId="256"/>
            <ac:spMk id="4" creationId="{00000000-0000-0000-0000-000000000000}"/>
          </ac:spMkLst>
        </pc:spChg>
        <pc:spChg chg="mod">
          <ac:chgData name="Shubham Kuiri" userId="6e998787ffb65f0c" providerId="LiveId" clId="{992E50E2-4F0C-4A63-A5EC-F4DFDA4F1202}" dt="2026-09-12T09:02:04.460" v="124" actId="1076"/>
          <ac:spMkLst>
            <pc:docMk/>
            <pc:sldMk cId="0" sldId="256"/>
            <ac:spMk id="5" creationId="{00000000-0000-0000-0000-000000000000}"/>
          </ac:spMkLst>
        </pc:spChg>
        <pc:spChg chg="mod">
          <ac:chgData name="Shubham Kuiri" userId="6e998787ffb65f0c" providerId="LiveId" clId="{992E50E2-4F0C-4A63-A5EC-F4DFDA4F1202}" dt="2026-09-12T09:02:05.800" v="125" actId="1076"/>
          <ac:spMkLst>
            <pc:docMk/>
            <pc:sldMk cId="0" sldId="256"/>
            <ac:spMk id="6" creationId="{00000000-0000-0000-0000-000000000000}"/>
          </ac:spMkLst>
        </pc:spChg>
        <pc:spChg chg="mod">
          <ac:chgData name="Shubham Kuiri" userId="6e998787ffb65f0c" providerId="LiveId" clId="{992E50E2-4F0C-4A63-A5EC-F4DFDA4F1202}" dt="2026-09-12T09:02:08.143" v="126" actId="1076"/>
          <ac:spMkLst>
            <pc:docMk/>
            <pc:sldMk cId="0" sldId="256"/>
            <ac:spMk id="7" creationId="{00000000-0000-0000-0000-000000000000}"/>
          </ac:spMkLst>
        </pc:spChg>
        <pc:spChg chg="mod">
          <ac:chgData name="Shubham Kuiri" userId="6e998787ffb65f0c" providerId="LiveId" clId="{992E50E2-4F0C-4A63-A5EC-F4DFDA4F1202}" dt="2026-09-14T10:14:05.529" v="514" actId="207"/>
          <ac:spMkLst>
            <pc:docMk/>
            <pc:sldMk cId="0" sldId="256"/>
            <ac:spMk id="8" creationId="{00000000-0000-0000-0000-000000000000}"/>
          </ac:spMkLst>
        </pc:spChg>
        <pc:spChg chg="mod">
          <ac:chgData name="Shubham Kuiri" userId="6e998787ffb65f0c" providerId="LiveId" clId="{992E50E2-4F0C-4A63-A5EC-F4DFDA4F1202}" dt="2026-09-12T10:41:20.554" v="437" actId="1076"/>
          <ac:spMkLst>
            <pc:docMk/>
            <pc:sldMk cId="0" sldId="256"/>
            <ac:spMk id="9" creationId="{00000000-0000-0000-0000-000000000000}"/>
          </ac:spMkLst>
        </pc:spChg>
        <pc:picChg chg="mod">
          <ac:chgData name="Shubham Kuiri" userId="6e998787ffb65f0c" providerId="LiveId" clId="{992E50E2-4F0C-4A63-A5EC-F4DFDA4F1202}" dt="2026-09-12T10:41:28.587" v="439" actId="1076"/>
          <ac:picMkLst>
            <pc:docMk/>
            <pc:sldMk cId="0" sldId="256"/>
            <ac:picMk id="14" creationId="{CA17CED4-ED33-7112-A5F4-B698F7DFB1F4}"/>
          </ac:picMkLst>
        </pc:picChg>
      </pc:sldChg>
      <pc:sldChg chg="addSp modSp mod">
        <pc:chgData name="Shubham Kuiri" userId="6e998787ffb65f0c" providerId="LiveId" clId="{992E50E2-4F0C-4A63-A5EC-F4DFDA4F1202}" dt="2026-09-12T10:42:37.547" v="448" actId="120"/>
        <pc:sldMkLst>
          <pc:docMk/>
          <pc:sldMk cId="0" sldId="257"/>
        </pc:sldMkLst>
        <pc:spChg chg="mod">
          <ac:chgData name="Shubham Kuiri" userId="6e998787ffb65f0c" providerId="LiveId" clId="{992E50E2-4F0C-4A63-A5EC-F4DFDA4F1202}" dt="2026-09-12T10:27:53.229" v="409" actId="255"/>
          <ac:spMkLst>
            <pc:docMk/>
            <pc:sldMk cId="0" sldId="257"/>
            <ac:spMk id="4" creationId="{00000000-0000-0000-0000-000000000000}"/>
          </ac:spMkLst>
        </pc:spChg>
        <pc:spChg chg="mod">
          <ac:chgData name="Shubham Kuiri" userId="6e998787ffb65f0c" providerId="LiveId" clId="{992E50E2-4F0C-4A63-A5EC-F4DFDA4F1202}" dt="2026-09-12T08:59:01.859" v="98" actId="164"/>
          <ac:spMkLst>
            <pc:docMk/>
            <pc:sldMk cId="0" sldId="257"/>
            <ac:spMk id="5" creationId="{00000000-0000-0000-0000-000000000000}"/>
          </ac:spMkLst>
        </pc:spChg>
        <pc:spChg chg="mod">
          <ac:chgData name="Shubham Kuiri" userId="6e998787ffb65f0c" providerId="LiveId" clId="{992E50E2-4F0C-4A63-A5EC-F4DFDA4F1202}" dt="2026-09-12T08:59:01.859" v="98" actId="164"/>
          <ac:spMkLst>
            <pc:docMk/>
            <pc:sldMk cId="0" sldId="257"/>
            <ac:spMk id="6" creationId="{00000000-0000-0000-0000-000000000000}"/>
          </ac:spMkLst>
        </pc:spChg>
        <pc:spChg chg="mod">
          <ac:chgData name="Shubham Kuiri" userId="6e998787ffb65f0c" providerId="LiveId" clId="{992E50E2-4F0C-4A63-A5EC-F4DFDA4F1202}" dt="2026-09-12T09:58:25.096" v="359" actId="1076"/>
          <ac:spMkLst>
            <pc:docMk/>
            <pc:sldMk cId="0" sldId="257"/>
            <ac:spMk id="7" creationId="{00000000-0000-0000-0000-000000000000}"/>
          </ac:spMkLst>
        </pc:spChg>
        <pc:spChg chg="mod">
          <ac:chgData name="Shubham Kuiri" userId="6e998787ffb65f0c" providerId="LiveId" clId="{992E50E2-4F0C-4A63-A5EC-F4DFDA4F1202}" dt="2026-09-12T08:59:01.859" v="98" actId="164"/>
          <ac:spMkLst>
            <pc:docMk/>
            <pc:sldMk cId="0" sldId="257"/>
            <ac:spMk id="8" creationId="{00000000-0000-0000-0000-000000000000}"/>
          </ac:spMkLst>
        </pc:spChg>
        <pc:spChg chg="mod">
          <ac:chgData name="Shubham Kuiri" userId="6e998787ffb65f0c" providerId="LiveId" clId="{992E50E2-4F0C-4A63-A5EC-F4DFDA4F1202}" dt="2026-09-12T08:59:01.859" v="98" actId="164"/>
          <ac:spMkLst>
            <pc:docMk/>
            <pc:sldMk cId="0" sldId="257"/>
            <ac:spMk id="9" creationId="{00000000-0000-0000-0000-000000000000}"/>
          </ac:spMkLst>
        </pc:spChg>
        <pc:spChg chg="mod">
          <ac:chgData name="Shubham Kuiri" userId="6e998787ffb65f0c" providerId="LiveId" clId="{992E50E2-4F0C-4A63-A5EC-F4DFDA4F1202}" dt="2026-09-12T09:58:29.712" v="360" actId="1076"/>
          <ac:spMkLst>
            <pc:docMk/>
            <pc:sldMk cId="0" sldId="257"/>
            <ac:spMk id="10" creationId="{00000000-0000-0000-0000-000000000000}"/>
          </ac:spMkLst>
        </pc:spChg>
        <pc:spChg chg="mod">
          <ac:chgData name="Shubham Kuiri" userId="6e998787ffb65f0c" providerId="LiveId" clId="{992E50E2-4F0C-4A63-A5EC-F4DFDA4F1202}" dt="2026-09-12T09:58:17.855" v="357" actId="14100"/>
          <ac:spMkLst>
            <pc:docMk/>
            <pc:sldMk cId="0" sldId="257"/>
            <ac:spMk id="12" creationId="{00000000-0000-0000-0000-000000000000}"/>
          </ac:spMkLst>
        </pc:spChg>
        <pc:spChg chg="mod">
          <ac:chgData name="Shubham Kuiri" userId="6e998787ffb65f0c" providerId="LiveId" clId="{992E50E2-4F0C-4A63-A5EC-F4DFDA4F1202}" dt="2026-09-12T08:59:01.859" v="98" actId="164"/>
          <ac:spMkLst>
            <pc:docMk/>
            <pc:sldMk cId="0" sldId="257"/>
            <ac:spMk id="13" creationId="{00000000-0000-0000-0000-000000000000}"/>
          </ac:spMkLst>
        </pc:spChg>
        <pc:spChg chg="mod">
          <ac:chgData name="Shubham Kuiri" userId="6e998787ffb65f0c" providerId="LiveId" clId="{992E50E2-4F0C-4A63-A5EC-F4DFDA4F1202}" dt="2026-09-12T08:59:01.859" v="98" actId="164"/>
          <ac:spMkLst>
            <pc:docMk/>
            <pc:sldMk cId="0" sldId="257"/>
            <ac:spMk id="14" creationId="{00000000-0000-0000-0000-000000000000}"/>
          </ac:spMkLst>
        </pc:spChg>
        <pc:spChg chg="mod">
          <ac:chgData name="Shubham Kuiri" userId="6e998787ffb65f0c" providerId="LiveId" clId="{992E50E2-4F0C-4A63-A5EC-F4DFDA4F1202}" dt="2026-09-12T09:58:33.274" v="361" actId="1076"/>
          <ac:spMkLst>
            <pc:docMk/>
            <pc:sldMk cId="0" sldId="257"/>
            <ac:spMk id="15" creationId="{00000000-0000-0000-0000-000000000000}"/>
          </ac:spMkLst>
        </pc:spChg>
        <pc:spChg chg="mod">
          <ac:chgData name="Shubham Kuiri" userId="6e998787ffb65f0c" providerId="LiveId" clId="{992E50E2-4F0C-4A63-A5EC-F4DFDA4F1202}" dt="2026-09-12T09:56:40.799" v="345" actId="207"/>
          <ac:spMkLst>
            <pc:docMk/>
            <pc:sldMk cId="0" sldId="257"/>
            <ac:spMk id="16" creationId="{00000000-0000-0000-0000-000000000000}"/>
          </ac:spMkLst>
        </pc:spChg>
        <pc:spChg chg="mod">
          <ac:chgData name="Shubham Kuiri" userId="6e998787ffb65f0c" providerId="LiveId" clId="{992E50E2-4F0C-4A63-A5EC-F4DFDA4F1202}" dt="2026-09-12T09:56:40.799" v="345" actId="207"/>
          <ac:spMkLst>
            <pc:docMk/>
            <pc:sldMk cId="0" sldId="257"/>
            <ac:spMk id="17" creationId="{00000000-0000-0000-0000-000000000000}"/>
          </ac:spMkLst>
        </pc:spChg>
        <pc:spChg chg="mod">
          <ac:chgData name="Shubham Kuiri" userId="6e998787ffb65f0c" providerId="LiveId" clId="{992E50E2-4F0C-4A63-A5EC-F4DFDA4F1202}" dt="2026-09-12T10:28:14.188" v="410" actId="255"/>
          <ac:spMkLst>
            <pc:docMk/>
            <pc:sldMk cId="0" sldId="257"/>
            <ac:spMk id="19" creationId="{00000000-0000-0000-0000-000000000000}"/>
          </ac:spMkLst>
        </pc:spChg>
        <pc:spChg chg="mod">
          <ac:chgData name="Shubham Kuiri" userId="6e998787ffb65f0c" providerId="LiveId" clId="{992E50E2-4F0C-4A63-A5EC-F4DFDA4F1202}" dt="2026-09-12T09:56:40.799" v="345" actId="207"/>
          <ac:spMkLst>
            <pc:docMk/>
            <pc:sldMk cId="0" sldId="257"/>
            <ac:spMk id="20" creationId="{00000000-0000-0000-0000-000000000000}"/>
          </ac:spMkLst>
        </pc:spChg>
        <pc:spChg chg="mod">
          <ac:chgData name="Shubham Kuiri" userId="6e998787ffb65f0c" providerId="LiveId" clId="{992E50E2-4F0C-4A63-A5EC-F4DFDA4F1202}" dt="2026-09-12T09:56:40.799" v="345" actId="207"/>
          <ac:spMkLst>
            <pc:docMk/>
            <pc:sldMk cId="0" sldId="257"/>
            <ac:spMk id="21" creationId="{00000000-0000-0000-0000-000000000000}"/>
          </ac:spMkLst>
        </pc:spChg>
        <pc:spChg chg="mod">
          <ac:chgData name="Shubham Kuiri" userId="6e998787ffb65f0c" providerId="LiveId" clId="{992E50E2-4F0C-4A63-A5EC-F4DFDA4F1202}" dt="2026-09-12T09:56:40.799" v="345" actId="207"/>
          <ac:spMkLst>
            <pc:docMk/>
            <pc:sldMk cId="0" sldId="257"/>
            <ac:spMk id="22" creationId="{00000000-0000-0000-0000-000000000000}"/>
          </ac:spMkLst>
        </pc:spChg>
        <pc:spChg chg="mod">
          <ac:chgData name="Shubham Kuiri" userId="6e998787ffb65f0c" providerId="LiveId" clId="{992E50E2-4F0C-4A63-A5EC-F4DFDA4F1202}" dt="2026-09-12T09:56:40.799" v="345" actId="207"/>
          <ac:spMkLst>
            <pc:docMk/>
            <pc:sldMk cId="0" sldId="257"/>
            <ac:spMk id="23" creationId="{00000000-0000-0000-0000-000000000000}"/>
          </ac:spMkLst>
        </pc:spChg>
        <pc:spChg chg="mod">
          <ac:chgData name="Shubham Kuiri" userId="6e998787ffb65f0c" providerId="LiveId" clId="{992E50E2-4F0C-4A63-A5EC-F4DFDA4F1202}" dt="2026-09-12T10:42:34.878" v="447" actId="120"/>
          <ac:spMkLst>
            <pc:docMk/>
            <pc:sldMk cId="0" sldId="257"/>
            <ac:spMk id="24" creationId="{00000000-0000-0000-0000-000000000000}"/>
          </ac:spMkLst>
        </pc:spChg>
        <pc:spChg chg="mod">
          <ac:chgData name="Shubham Kuiri" userId="6e998787ffb65f0c" providerId="LiveId" clId="{992E50E2-4F0C-4A63-A5EC-F4DFDA4F1202}" dt="2026-09-12T10:42:37.547" v="448" actId="120"/>
          <ac:spMkLst>
            <pc:docMk/>
            <pc:sldMk cId="0" sldId="257"/>
            <ac:spMk id="26" creationId="{00000000-0000-0000-0000-000000000000}"/>
          </ac:spMkLst>
        </pc:spChg>
        <pc:picChg chg="mod">
          <ac:chgData name="Shubham Kuiri" userId="6e998787ffb65f0c" providerId="LiveId" clId="{992E50E2-4F0C-4A63-A5EC-F4DFDA4F1202}" dt="2026-09-12T09:56:40.799" v="345" actId="207"/>
          <ac:picMkLst>
            <pc:docMk/>
            <pc:sldMk cId="0" sldId="257"/>
            <ac:picMk id="18" creationId="{00000000-0000-0000-0000-000000000000}"/>
          </ac:picMkLst>
        </pc:picChg>
      </pc:sldChg>
      <pc:sldChg chg="addSp modSp mod">
        <pc:chgData name="Shubham Kuiri" userId="6e998787ffb65f0c" providerId="LiveId" clId="{992E50E2-4F0C-4A63-A5EC-F4DFDA4F1202}" dt="2026-09-12T10:29:33.219" v="414" actId="1038"/>
        <pc:sldMkLst>
          <pc:docMk/>
          <pc:sldMk cId="0" sldId="258"/>
        </pc:sldMkLst>
        <pc:spChg chg="mod">
          <ac:chgData name="Shubham Kuiri" userId="6e998787ffb65f0c" providerId="LiveId" clId="{992E50E2-4F0C-4A63-A5EC-F4DFDA4F1202}" dt="2026-09-12T08:59:27.729" v="100" actId="164"/>
          <ac:spMkLst>
            <pc:docMk/>
            <pc:sldMk cId="0" sldId="258"/>
            <ac:spMk id="5" creationId="{00000000-0000-0000-0000-000000000000}"/>
          </ac:spMkLst>
        </pc:spChg>
        <pc:spChg chg="mod">
          <ac:chgData name="Shubham Kuiri" userId="6e998787ffb65f0c" providerId="LiveId" clId="{992E50E2-4F0C-4A63-A5EC-F4DFDA4F1202}" dt="2026-09-12T08:59:27.729" v="100" actId="164"/>
          <ac:spMkLst>
            <pc:docMk/>
            <pc:sldMk cId="0" sldId="258"/>
            <ac:spMk id="6" creationId="{00000000-0000-0000-0000-000000000000}"/>
          </ac:spMkLst>
        </pc:spChg>
        <pc:spChg chg="mod">
          <ac:chgData name="Shubham Kuiri" userId="6e998787ffb65f0c" providerId="LiveId" clId="{992E50E2-4F0C-4A63-A5EC-F4DFDA4F1202}" dt="2026-09-12T08:59:27.729" v="100" actId="164"/>
          <ac:spMkLst>
            <pc:docMk/>
            <pc:sldMk cId="0" sldId="258"/>
            <ac:spMk id="8" creationId="{00000000-0000-0000-0000-000000000000}"/>
          </ac:spMkLst>
        </pc:spChg>
        <pc:spChg chg="mod">
          <ac:chgData name="Shubham Kuiri" userId="6e998787ffb65f0c" providerId="LiveId" clId="{992E50E2-4F0C-4A63-A5EC-F4DFDA4F1202}" dt="2026-09-12T08:59:27.729" v="100" actId="164"/>
          <ac:spMkLst>
            <pc:docMk/>
            <pc:sldMk cId="0" sldId="258"/>
            <ac:spMk id="9" creationId="{00000000-0000-0000-0000-000000000000}"/>
          </ac:spMkLst>
        </pc:spChg>
        <pc:spChg chg="mod">
          <ac:chgData name="Shubham Kuiri" userId="6e998787ffb65f0c" providerId="LiveId" clId="{992E50E2-4F0C-4A63-A5EC-F4DFDA4F1202}" dt="2026-09-12T08:59:27.729" v="100" actId="164"/>
          <ac:spMkLst>
            <pc:docMk/>
            <pc:sldMk cId="0" sldId="258"/>
            <ac:spMk id="10" creationId="{00000000-0000-0000-0000-000000000000}"/>
          </ac:spMkLst>
        </pc:spChg>
        <pc:spChg chg="mod">
          <ac:chgData name="Shubham Kuiri" userId="6e998787ffb65f0c" providerId="LiveId" clId="{992E50E2-4F0C-4A63-A5EC-F4DFDA4F1202}" dt="2026-09-12T08:59:35.373" v="101" actId="164"/>
          <ac:spMkLst>
            <pc:docMk/>
            <pc:sldMk cId="0" sldId="258"/>
            <ac:spMk id="11" creationId="{00000000-0000-0000-0000-000000000000}"/>
          </ac:spMkLst>
        </pc:spChg>
        <pc:spChg chg="mod">
          <ac:chgData name="Shubham Kuiri" userId="6e998787ffb65f0c" providerId="LiveId" clId="{992E50E2-4F0C-4A63-A5EC-F4DFDA4F1202}" dt="2026-09-12T08:59:35.373" v="101" actId="164"/>
          <ac:spMkLst>
            <pc:docMk/>
            <pc:sldMk cId="0" sldId="258"/>
            <ac:spMk id="12" creationId="{00000000-0000-0000-0000-000000000000}"/>
          </ac:spMkLst>
        </pc:spChg>
        <pc:spChg chg="mod">
          <ac:chgData name="Shubham Kuiri" userId="6e998787ffb65f0c" providerId="LiveId" clId="{992E50E2-4F0C-4A63-A5EC-F4DFDA4F1202}" dt="2026-09-12T08:59:35.373" v="101" actId="164"/>
          <ac:spMkLst>
            <pc:docMk/>
            <pc:sldMk cId="0" sldId="258"/>
            <ac:spMk id="14" creationId="{00000000-0000-0000-0000-000000000000}"/>
          </ac:spMkLst>
        </pc:spChg>
        <pc:spChg chg="mod">
          <ac:chgData name="Shubham Kuiri" userId="6e998787ffb65f0c" providerId="LiveId" clId="{992E50E2-4F0C-4A63-A5EC-F4DFDA4F1202}" dt="2026-09-12T08:59:35.373" v="101" actId="164"/>
          <ac:spMkLst>
            <pc:docMk/>
            <pc:sldMk cId="0" sldId="258"/>
            <ac:spMk id="15" creationId="{00000000-0000-0000-0000-000000000000}"/>
          </ac:spMkLst>
        </pc:spChg>
        <pc:spChg chg="mod">
          <ac:chgData name="Shubham Kuiri" userId="6e998787ffb65f0c" providerId="LiveId" clId="{992E50E2-4F0C-4A63-A5EC-F4DFDA4F1202}" dt="2026-09-12T08:59:35.373" v="101" actId="164"/>
          <ac:spMkLst>
            <pc:docMk/>
            <pc:sldMk cId="0" sldId="258"/>
            <ac:spMk id="16" creationId="{00000000-0000-0000-0000-000000000000}"/>
          </ac:spMkLst>
        </pc:spChg>
        <pc:spChg chg="mod">
          <ac:chgData name="Shubham Kuiri" userId="6e998787ffb65f0c" providerId="LiveId" clId="{992E50E2-4F0C-4A63-A5EC-F4DFDA4F1202}" dt="2026-09-12T08:59:41.933" v="102" actId="164"/>
          <ac:spMkLst>
            <pc:docMk/>
            <pc:sldMk cId="0" sldId="258"/>
            <ac:spMk id="17" creationId="{00000000-0000-0000-0000-000000000000}"/>
          </ac:spMkLst>
        </pc:spChg>
        <pc:spChg chg="mod">
          <ac:chgData name="Shubham Kuiri" userId="6e998787ffb65f0c" providerId="LiveId" clId="{992E50E2-4F0C-4A63-A5EC-F4DFDA4F1202}" dt="2026-09-12T08:59:41.933" v="102" actId="164"/>
          <ac:spMkLst>
            <pc:docMk/>
            <pc:sldMk cId="0" sldId="258"/>
            <ac:spMk id="18" creationId="{00000000-0000-0000-0000-000000000000}"/>
          </ac:spMkLst>
        </pc:spChg>
        <pc:spChg chg="mod">
          <ac:chgData name="Shubham Kuiri" userId="6e998787ffb65f0c" providerId="LiveId" clId="{992E50E2-4F0C-4A63-A5EC-F4DFDA4F1202}" dt="2026-09-12T08:59:41.933" v="102" actId="164"/>
          <ac:spMkLst>
            <pc:docMk/>
            <pc:sldMk cId="0" sldId="258"/>
            <ac:spMk id="20" creationId="{00000000-0000-0000-0000-000000000000}"/>
          </ac:spMkLst>
        </pc:spChg>
        <pc:spChg chg="mod">
          <ac:chgData name="Shubham Kuiri" userId="6e998787ffb65f0c" providerId="LiveId" clId="{992E50E2-4F0C-4A63-A5EC-F4DFDA4F1202}" dt="2026-09-12T08:59:41.933" v="102" actId="164"/>
          <ac:spMkLst>
            <pc:docMk/>
            <pc:sldMk cId="0" sldId="258"/>
            <ac:spMk id="21" creationId="{00000000-0000-0000-0000-000000000000}"/>
          </ac:spMkLst>
        </pc:spChg>
        <pc:spChg chg="mod">
          <ac:chgData name="Shubham Kuiri" userId="6e998787ffb65f0c" providerId="LiveId" clId="{992E50E2-4F0C-4A63-A5EC-F4DFDA4F1202}" dt="2026-09-12T10:29:01.886" v="412" actId="255"/>
          <ac:spMkLst>
            <pc:docMk/>
            <pc:sldMk cId="0" sldId="258"/>
            <ac:spMk id="22" creationId="{00000000-0000-0000-0000-000000000000}"/>
          </ac:spMkLst>
        </pc:spChg>
        <pc:spChg chg="mod">
          <ac:chgData name="Shubham Kuiri" userId="6e998787ffb65f0c" providerId="LiveId" clId="{992E50E2-4F0C-4A63-A5EC-F4DFDA4F1202}" dt="2026-09-12T10:29:33.219" v="414" actId="1038"/>
          <ac:spMkLst>
            <pc:docMk/>
            <pc:sldMk cId="0" sldId="258"/>
            <ac:spMk id="23" creationId="{00000000-0000-0000-0000-000000000000}"/>
          </ac:spMkLst>
        </pc:spChg>
        <pc:grpChg chg="add mod">
          <ac:chgData name="Shubham Kuiri" userId="6e998787ffb65f0c" providerId="LiveId" clId="{992E50E2-4F0C-4A63-A5EC-F4DFDA4F1202}" dt="2026-09-12T08:59:27.729" v="100" actId="164"/>
          <ac:grpSpMkLst>
            <pc:docMk/>
            <pc:sldMk cId="0" sldId="258"/>
            <ac:grpSpMk id="25" creationId="{57543DED-B410-688D-0132-F09B2BD5FFEB}"/>
          </ac:grpSpMkLst>
        </pc:grpChg>
        <pc:grpChg chg="add mod">
          <ac:chgData name="Shubham Kuiri" userId="6e998787ffb65f0c" providerId="LiveId" clId="{992E50E2-4F0C-4A63-A5EC-F4DFDA4F1202}" dt="2026-09-12T08:59:35.373" v="101" actId="164"/>
          <ac:grpSpMkLst>
            <pc:docMk/>
            <pc:sldMk cId="0" sldId="258"/>
            <ac:grpSpMk id="26" creationId="{98D108B5-407D-03DA-955C-557539708A5F}"/>
          </ac:grpSpMkLst>
        </pc:grpChg>
        <pc:grpChg chg="add mod">
          <ac:chgData name="Shubham Kuiri" userId="6e998787ffb65f0c" providerId="LiveId" clId="{992E50E2-4F0C-4A63-A5EC-F4DFDA4F1202}" dt="2026-09-12T08:59:41.933" v="102" actId="164"/>
          <ac:grpSpMkLst>
            <pc:docMk/>
            <pc:sldMk cId="0" sldId="258"/>
            <ac:grpSpMk id="27" creationId="{3A1F24B2-5924-C673-DE9D-6C0CED0780B4}"/>
          </ac:grpSpMkLst>
        </pc:grpChg>
        <pc:picChg chg="mod">
          <ac:chgData name="Shubham Kuiri" userId="6e998787ffb65f0c" providerId="LiveId" clId="{992E50E2-4F0C-4A63-A5EC-F4DFDA4F1202}" dt="2026-09-12T08:59:27.729" v="100" actId="164"/>
          <ac:picMkLst>
            <pc:docMk/>
            <pc:sldMk cId="0" sldId="258"/>
            <ac:picMk id="7" creationId="{00000000-0000-0000-0000-000000000000}"/>
          </ac:picMkLst>
        </pc:picChg>
        <pc:picChg chg="mod">
          <ac:chgData name="Shubham Kuiri" userId="6e998787ffb65f0c" providerId="LiveId" clId="{992E50E2-4F0C-4A63-A5EC-F4DFDA4F1202}" dt="2026-09-12T08:59:35.373" v="101" actId="164"/>
          <ac:picMkLst>
            <pc:docMk/>
            <pc:sldMk cId="0" sldId="258"/>
            <ac:picMk id="13" creationId="{00000000-0000-0000-0000-000000000000}"/>
          </ac:picMkLst>
        </pc:picChg>
        <pc:picChg chg="mod">
          <ac:chgData name="Shubham Kuiri" userId="6e998787ffb65f0c" providerId="LiveId" clId="{992E50E2-4F0C-4A63-A5EC-F4DFDA4F1202}" dt="2026-09-12T08:59:41.933" v="102" actId="164"/>
          <ac:picMkLst>
            <pc:docMk/>
            <pc:sldMk cId="0" sldId="258"/>
            <ac:picMk id="19" creationId="{00000000-0000-0000-0000-000000000000}"/>
          </ac:picMkLst>
        </pc:picChg>
      </pc:sldChg>
      <pc:sldChg chg="delSp modSp mod">
        <pc:chgData name="Shubham Kuiri" userId="6e998787ffb65f0c" providerId="LiveId" clId="{992E50E2-4F0C-4A63-A5EC-F4DFDA4F1202}" dt="2026-09-12T11:09:55.108" v="509" actId="207"/>
        <pc:sldMkLst>
          <pc:docMk/>
          <pc:sldMk cId="0" sldId="259"/>
        </pc:sldMkLst>
        <pc:spChg chg="mod">
          <ac:chgData name="Shubham Kuiri" userId="6e998787ffb65f0c" providerId="LiveId" clId="{992E50E2-4F0C-4A63-A5EC-F4DFDA4F1202}" dt="2026-09-12T11:09:55.108" v="509" actId="207"/>
          <ac:spMkLst>
            <pc:docMk/>
            <pc:sldMk cId="0" sldId="259"/>
            <ac:spMk id="5" creationId="{00000000-0000-0000-0000-000000000000}"/>
          </ac:spMkLst>
        </pc:spChg>
        <pc:spChg chg="mod">
          <ac:chgData name="Shubham Kuiri" userId="6e998787ffb65f0c" providerId="LiveId" clId="{992E50E2-4F0C-4A63-A5EC-F4DFDA4F1202}" dt="2026-09-12T11:09:48.418" v="508" actId="207"/>
          <ac:spMkLst>
            <pc:docMk/>
            <pc:sldMk cId="0" sldId="259"/>
            <ac:spMk id="6" creationId="{00000000-0000-0000-0000-000000000000}"/>
          </ac:spMkLst>
        </pc:spChg>
        <pc:spChg chg="mod">
          <ac:chgData name="Shubham Kuiri" userId="6e998787ffb65f0c" providerId="LiveId" clId="{992E50E2-4F0C-4A63-A5EC-F4DFDA4F1202}" dt="2026-09-12T08:49:26.103" v="2" actId="1076"/>
          <ac:spMkLst>
            <pc:docMk/>
            <pc:sldMk cId="0" sldId="259"/>
            <ac:spMk id="7" creationId="{00000000-0000-0000-0000-000000000000}"/>
          </ac:spMkLst>
        </pc:spChg>
        <pc:spChg chg="mod">
          <ac:chgData name="Shubham Kuiri" userId="6e998787ffb65f0c" providerId="LiveId" clId="{992E50E2-4F0C-4A63-A5EC-F4DFDA4F1202}" dt="2026-09-12T08:50:04.265" v="38" actId="20577"/>
          <ac:spMkLst>
            <pc:docMk/>
            <pc:sldMk cId="0" sldId="259"/>
            <ac:spMk id="9" creationId="{00000000-0000-0000-0000-000000000000}"/>
          </ac:spMkLst>
        </pc:spChg>
        <pc:spChg chg="mod">
          <ac:chgData name="Shubham Kuiri" userId="6e998787ffb65f0c" providerId="LiveId" clId="{992E50E2-4F0C-4A63-A5EC-F4DFDA4F1202}" dt="2026-09-12T08:52:33.564" v="67" actId="14100"/>
          <ac:spMkLst>
            <pc:docMk/>
            <pc:sldMk cId="0" sldId="259"/>
            <ac:spMk id="10" creationId="{00000000-0000-0000-0000-000000000000}"/>
          </ac:spMkLst>
        </pc:spChg>
        <pc:spChg chg="mod">
          <ac:chgData name="Shubham Kuiri" userId="6e998787ffb65f0c" providerId="LiveId" clId="{992E50E2-4F0C-4A63-A5EC-F4DFDA4F1202}" dt="2026-09-12T08:53:22.806" v="78" actId="14100"/>
          <ac:spMkLst>
            <pc:docMk/>
            <pc:sldMk cId="0" sldId="259"/>
            <ac:spMk id="12" creationId="{00000000-0000-0000-0000-000000000000}"/>
          </ac:spMkLst>
        </pc:spChg>
        <pc:spChg chg="mod">
          <ac:chgData name="Shubham Kuiri" userId="6e998787ffb65f0c" providerId="LiveId" clId="{992E50E2-4F0C-4A63-A5EC-F4DFDA4F1202}" dt="2026-09-12T08:53:06.587" v="75" actId="1076"/>
          <ac:spMkLst>
            <pc:docMk/>
            <pc:sldMk cId="0" sldId="259"/>
            <ac:spMk id="14" creationId="{00000000-0000-0000-0000-000000000000}"/>
          </ac:spMkLst>
        </pc:spChg>
        <pc:spChg chg="mod">
          <ac:chgData name="Shubham Kuiri" userId="6e998787ffb65f0c" providerId="LiveId" clId="{992E50E2-4F0C-4A63-A5EC-F4DFDA4F1202}" dt="2026-09-12T08:53:25.691" v="79" actId="1076"/>
          <ac:spMkLst>
            <pc:docMk/>
            <pc:sldMk cId="0" sldId="259"/>
            <ac:spMk id="16" creationId="{00000000-0000-0000-0000-000000000000}"/>
          </ac:spMkLst>
        </pc:spChg>
        <pc:spChg chg="mod">
          <ac:chgData name="Shubham Kuiri" userId="6e998787ffb65f0c" providerId="LiveId" clId="{992E50E2-4F0C-4A63-A5EC-F4DFDA4F1202}" dt="2026-09-12T08:52:47.609" v="71" actId="14100"/>
          <ac:spMkLst>
            <pc:docMk/>
            <pc:sldMk cId="0" sldId="259"/>
            <ac:spMk id="17" creationId="{00000000-0000-0000-0000-000000000000}"/>
          </ac:spMkLst>
        </pc:spChg>
        <pc:grpChg chg="mod">
          <ac:chgData name="Shubham Kuiri" userId="6e998787ffb65f0c" providerId="LiveId" clId="{992E50E2-4F0C-4A63-A5EC-F4DFDA4F1202}" dt="2026-09-12T08:52:20.732" v="62" actId="14100"/>
          <ac:grpSpMkLst>
            <pc:docMk/>
            <pc:sldMk cId="0" sldId="259"/>
            <ac:grpSpMk id="40" creationId="{8EE51750-26E5-1675-AA07-522E5267CE40}"/>
          </ac:grpSpMkLst>
        </pc:grpChg>
        <pc:grpChg chg="mod">
          <ac:chgData name="Shubham Kuiri" userId="6e998787ffb65f0c" providerId="LiveId" clId="{992E50E2-4F0C-4A63-A5EC-F4DFDA4F1202}" dt="2026-09-12T08:52:53.710" v="72" actId="1076"/>
          <ac:grpSpMkLst>
            <pc:docMk/>
            <pc:sldMk cId="0" sldId="259"/>
            <ac:grpSpMk id="41" creationId="{6E9557BE-B175-1F7D-0163-F41A7454EFAC}"/>
          </ac:grpSpMkLst>
        </pc:grpChg>
        <pc:grpChg chg="mod">
          <ac:chgData name="Shubham Kuiri" userId="6e998787ffb65f0c" providerId="LiveId" clId="{992E50E2-4F0C-4A63-A5EC-F4DFDA4F1202}" dt="2026-09-12T08:55:02.734" v="80" actId="14100"/>
          <ac:grpSpMkLst>
            <pc:docMk/>
            <pc:sldMk cId="0" sldId="259"/>
            <ac:grpSpMk id="45" creationId="{5E55AA82-CAF6-4280-3E8F-AEF269DFD1B8}"/>
          </ac:grpSpMkLst>
        </pc:grpChg>
        <pc:picChg chg="mod">
          <ac:chgData name="Shubham Kuiri" userId="6e998787ffb65f0c" providerId="LiveId" clId="{992E50E2-4F0C-4A63-A5EC-F4DFDA4F1202}" dt="2026-09-12T08:50:15.245" v="40" actId="1076"/>
          <ac:picMkLst>
            <pc:docMk/>
            <pc:sldMk cId="0" sldId="259"/>
            <ac:picMk id="8" creationId="{00000000-0000-0000-0000-000000000000}"/>
          </ac:picMkLst>
        </pc:picChg>
        <pc:picChg chg="mod">
          <ac:chgData name="Shubham Kuiri" userId="6e998787ffb65f0c" providerId="LiveId" clId="{992E50E2-4F0C-4A63-A5EC-F4DFDA4F1202}" dt="2026-09-12T08:53:08.109" v="76" actId="1076"/>
          <ac:picMkLst>
            <pc:docMk/>
            <pc:sldMk cId="0" sldId="259"/>
            <ac:picMk id="15" creationId="{00000000-0000-0000-0000-000000000000}"/>
          </ac:picMkLst>
        </pc:picChg>
      </pc:sldChg>
      <pc:sldChg chg="addSp modSp mod">
        <pc:chgData name="Shubham Kuiri" userId="6e998787ffb65f0c" providerId="LiveId" clId="{992E50E2-4F0C-4A63-A5EC-F4DFDA4F1202}" dt="2026-09-12T08:56:45.215" v="85" actId="1076"/>
        <pc:sldMkLst>
          <pc:docMk/>
          <pc:sldMk cId="0" sldId="260"/>
        </pc:sldMkLst>
        <pc:picChg chg="add mod">
          <ac:chgData name="Shubham Kuiri" userId="6e998787ffb65f0c" providerId="LiveId" clId="{992E50E2-4F0C-4A63-A5EC-F4DFDA4F1202}" dt="2026-09-12T08:56:29.827" v="83" actId="1076"/>
          <ac:picMkLst>
            <pc:docMk/>
            <pc:sldMk cId="0" sldId="260"/>
            <ac:picMk id="54" creationId="{06D75509-CA1B-BC73-349F-455674ECC3CC}"/>
          </ac:picMkLst>
        </pc:picChg>
        <pc:picChg chg="add mod">
          <ac:chgData name="Shubham Kuiri" userId="6e998787ffb65f0c" providerId="LiveId" clId="{992E50E2-4F0C-4A63-A5EC-F4DFDA4F1202}" dt="2026-09-12T08:56:45.215" v="85" actId="1076"/>
          <ac:picMkLst>
            <pc:docMk/>
            <pc:sldMk cId="0" sldId="260"/>
            <ac:picMk id="55" creationId="{AFE4DFF3-CBA9-BCFF-3DEB-3A440C927776}"/>
          </ac:picMkLst>
        </pc:picChg>
      </pc:sldChg>
      <pc:sldChg chg="addSp modSp mod">
        <pc:chgData name="Shubham Kuiri" userId="6e998787ffb65f0c" providerId="LiveId" clId="{992E50E2-4F0C-4A63-A5EC-F4DFDA4F1202}" dt="2026-09-12T10:33:51.257" v="418" actId="255"/>
        <pc:sldMkLst>
          <pc:docMk/>
          <pc:sldMk cId="0" sldId="262"/>
        </pc:sldMkLst>
        <pc:spChg chg="mod">
          <ac:chgData name="Shubham Kuiri" userId="6e998787ffb65f0c" providerId="LiveId" clId="{992E50E2-4F0C-4A63-A5EC-F4DFDA4F1202}" dt="2026-09-12T10:33:51.257" v="418" actId="255"/>
          <ac:spMkLst>
            <pc:docMk/>
            <pc:sldMk cId="0" sldId="262"/>
            <ac:spMk id="7" creationId="{00000000-0000-0000-0000-000000000000}"/>
          </ac:spMkLst>
        </pc:spChg>
        <pc:spChg chg="mod">
          <ac:chgData name="Shubham Kuiri" userId="6e998787ffb65f0c" providerId="LiveId" clId="{992E50E2-4F0C-4A63-A5EC-F4DFDA4F1202}" dt="2026-09-12T10:12:27.659" v="371" actId="164"/>
          <ac:spMkLst>
            <pc:docMk/>
            <pc:sldMk cId="0" sldId="262"/>
            <ac:spMk id="8" creationId="{00000000-0000-0000-0000-000000000000}"/>
          </ac:spMkLst>
        </pc:spChg>
        <pc:spChg chg="mod">
          <ac:chgData name="Shubham Kuiri" userId="6e998787ffb65f0c" providerId="LiveId" clId="{992E50E2-4F0C-4A63-A5EC-F4DFDA4F1202}" dt="2026-09-12T10:33:34.363" v="415" actId="255"/>
          <ac:spMkLst>
            <pc:docMk/>
            <pc:sldMk cId="0" sldId="262"/>
            <ac:spMk id="10" creationId="{00000000-0000-0000-0000-000000000000}"/>
          </ac:spMkLst>
        </pc:spChg>
        <pc:spChg chg="mod">
          <ac:chgData name="Shubham Kuiri" userId="6e998787ffb65f0c" providerId="LiveId" clId="{992E50E2-4F0C-4A63-A5EC-F4DFDA4F1202}" dt="2026-09-12T10:12:27.659" v="371" actId="164"/>
          <ac:spMkLst>
            <pc:docMk/>
            <pc:sldMk cId="0" sldId="262"/>
            <ac:spMk id="11" creationId="{00000000-0000-0000-0000-000000000000}"/>
          </ac:spMkLst>
        </pc:spChg>
        <pc:spChg chg="mod">
          <ac:chgData name="Shubham Kuiri" userId="6e998787ffb65f0c" providerId="LiveId" clId="{992E50E2-4F0C-4A63-A5EC-F4DFDA4F1202}" dt="2026-09-12T10:33:37.455" v="416" actId="255"/>
          <ac:spMkLst>
            <pc:docMk/>
            <pc:sldMk cId="0" sldId="262"/>
            <ac:spMk id="13" creationId="{00000000-0000-0000-0000-000000000000}"/>
          </ac:spMkLst>
        </pc:spChg>
        <pc:spChg chg="mod">
          <ac:chgData name="Shubham Kuiri" userId="6e998787ffb65f0c" providerId="LiveId" clId="{992E50E2-4F0C-4A63-A5EC-F4DFDA4F1202}" dt="2026-09-12T10:12:27.659" v="371" actId="164"/>
          <ac:spMkLst>
            <pc:docMk/>
            <pc:sldMk cId="0" sldId="262"/>
            <ac:spMk id="14" creationId="{00000000-0000-0000-0000-000000000000}"/>
          </ac:spMkLst>
        </pc:spChg>
        <pc:spChg chg="mod">
          <ac:chgData name="Shubham Kuiri" userId="6e998787ffb65f0c" providerId="LiveId" clId="{992E50E2-4F0C-4A63-A5EC-F4DFDA4F1202}" dt="2026-09-12T10:33:40.866" v="417" actId="255"/>
          <ac:spMkLst>
            <pc:docMk/>
            <pc:sldMk cId="0" sldId="262"/>
            <ac:spMk id="16" creationId="{00000000-0000-0000-0000-000000000000}"/>
          </ac:spMkLst>
        </pc:spChg>
        <pc:spChg chg="mod">
          <ac:chgData name="Shubham Kuiri" userId="6e998787ffb65f0c" providerId="LiveId" clId="{992E50E2-4F0C-4A63-A5EC-F4DFDA4F1202}" dt="2026-09-12T10:14:33.871" v="372" actId="255"/>
          <ac:spMkLst>
            <pc:docMk/>
            <pc:sldMk cId="0" sldId="262"/>
            <ac:spMk id="21" creationId="{73C9A8C7-C3FF-B804-213F-F4AE14644058}"/>
          </ac:spMkLst>
        </pc:spChg>
        <pc:grpChg chg="mod">
          <ac:chgData name="Shubham Kuiri" userId="6e998787ffb65f0c" providerId="LiveId" clId="{992E50E2-4F0C-4A63-A5EC-F4DFDA4F1202}" dt="2026-09-12T08:55:38.782" v="81" actId="207"/>
          <ac:grpSpMkLst>
            <pc:docMk/>
            <pc:sldMk cId="0" sldId="262"/>
            <ac:grpSpMk id="22" creationId="{BC98442A-03F7-18ED-A974-922D601150E9}"/>
          </ac:grpSpMkLst>
        </pc:grpChg>
        <pc:grpChg chg="add mod">
          <ac:chgData name="Shubham Kuiri" userId="6e998787ffb65f0c" providerId="LiveId" clId="{992E50E2-4F0C-4A63-A5EC-F4DFDA4F1202}" dt="2026-09-12T10:12:27.659" v="371" actId="164"/>
          <ac:grpSpMkLst>
            <pc:docMk/>
            <pc:sldMk cId="0" sldId="262"/>
            <ac:grpSpMk id="23" creationId="{DDC5D968-A0FF-726B-8AC6-703D2A26E73D}"/>
          </ac:grpSpMkLst>
        </pc:grpChg>
        <pc:picChg chg="mod">
          <ac:chgData name="Shubham Kuiri" userId="6e998787ffb65f0c" providerId="LiveId" clId="{992E50E2-4F0C-4A63-A5EC-F4DFDA4F1202}" dt="2026-09-12T10:12:27.659" v="371" actId="164"/>
          <ac:picMkLst>
            <pc:docMk/>
            <pc:sldMk cId="0" sldId="262"/>
            <ac:picMk id="9" creationId="{00000000-0000-0000-0000-000000000000}"/>
          </ac:picMkLst>
        </pc:picChg>
        <pc:picChg chg="mod">
          <ac:chgData name="Shubham Kuiri" userId="6e998787ffb65f0c" providerId="LiveId" clId="{992E50E2-4F0C-4A63-A5EC-F4DFDA4F1202}" dt="2026-09-12T10:12:27.659" v="371" actId="164"/>
          <ac:picMkLst>
            <pc:docMk/>
            <pc:sldMk cId="0" sldId="262"/>
            <ac:picMk id="12" creationId="{00000000-0000-0000-0000-000000000000}"/>
          </ac:picMkLst>
        </pc:picChg>
        <pc:picChg chg="mod">
          <ac:chgData name="Shubham Kuiri" userId="6e998787ffb65f0c" providerId="LiveId" clId="{992E50E2-4F0C-4A63-A5EC-F4DFDA4F1202}" dt="2026-09-12T10:12:27.659" v="371" actId="164"/>
          <ac:picMkLst>
            <pc:docMk/>
            <pc:sldMk cId="0" sldId="262"/>
            <ac:picMk id="15" creationId="{00000000-0000-0000-0000-000000000000}"/>
          </ac:picMkLst>
        </pc:picChg>
        <pc:picChg chg="mod">
          <ac:chgData name="Shubham Kuiri" userId="6e998787ffb65f0c" providerId="LiveId" clId="{992E50E2-4F0C-4A63-A5EC-F4DFDA4F1202}" dt="2026-09-12T08:55:38.782" v="81" actId="207"/>
          <ac:picMkLst>
            <pc:docMk/>
            <pc:sldMk cId="0" sldId="262"/>
            <ac:picMk id="20" creationId="{4558E2A4-8DDF-7B20-8579-7D3B5DEABE5B}"/>
          </ac:picMkLst>
        </pc:picChg>
      </pc:sldChg>
      <pc:sldChg chg="addSp modSp mod setBg">
        <pc:chgData name="Shubham Kuiri" userId="6e998787ffb65f0c" providerId="LiveId" clId="{992E50E2-4F0C-4A63-A5EC-F4DFDA4F1202}" dt="2026-09-12T17:26:46.535" v="513" actId="207"/>
        <pc:sldMkLst>
          <pc:docMk/>
          <pc:sldMk cId="0" sldId="263"/>
        </pc:sldMkLst>
        <pc:spChg chg="mod">
          <ac:chgData name="Shubham Kuiri" userId="6e998787ffb65f0c" providerId="LiveId" clId="{992E50E2-4F0C-4A63-A5EC-F4DFDA4F1202}" dt="2026-09-12T17:26:46.535" v="513" actId="207"/>
          <ac:spMkLst>
            <pc:docMk/>
            <pc:sldMk cId="0" sldId="263"/>
            <ac:spMk id="2" creationId="{00000000-0000-0000-0000-000000000000}"/>
          </ac:spMkLst>
        </pc:spChg>
        <pc:spChg chg="mod">
          <ac:chgData name="Shubham Kuiri" userId="6e998787ffb65f0c" providerId="LiveId" clId="{992E50E2-4F0C-4A63-A5EC-F4DFDA4F1202}" dt="2026-09-12T10:43:21.550" v="449" actId="207"/>
          <ac:spMkLst>
            <pc:docMk/>
            <pc:sldMk cId="0" sldId="263"/>
            <ac:spMk id="3" creationId="{00000000-0000-0000-0000-000000000000}"/>
          </ac:spMkLst>
        </pc:spChg>
        <pc:spChg chg="mod">
          <ac:chgData name="Shubham Kuiri" userId="6e998787ffb65f0c" providerId="LiveId" clId="{992E50E2-4F0C-4A63-A5EC-F4DFDA4F1202}" dt="2026-09-12T09:35:30.857" v="139" actId="1076"/>
          <ac:spMkLst>
            <pc:docMk/>
            <pc:sldMk cId="0" sldId="263"/>
            <ac:spMk id="4" creationId="{00000000-0000-0000-0000-000000000000}"/>
          </ac:spMkLst>
        </pc:spChg>
        <pc:spChg chg="mod">
          <ac:chgData name="Shubham Kuiri" userId="6e998787ffb65f0c" providerId="LiveId" clId="{992E50E2-4F0C-4A63-A5EC-F4DFDA4F1202}" dt="2026-09-12T09:37:16.931" v="154" actId="1076"/>
          <ac:spMkLst>
            <pc:docMk/>
            <pc:sldMk cId="0" sldId="263"/>
            <ac:spMk id="5" creationId="{00000000-0000-0000-0000-000000000000}"/>
          </ac:spMkLst>
        </pc:spChg>
        <pc:spChg chg="add mod">
          <ac:chgData name="Shubham Kuiri" userId="6e998787ffb65f0c" providerId="LiveId" clId="{992E50E2-4F0C-4A63-A5EC-F4DFDA4F1202}" dt="2026-09-12T17:26:40.325" v="512" actId="207"/>
          <ac:spMkLst>
            <pc:docMk/>
            <pc:sldMk cId="0" sldId="263"/>
            <ac:spMk id="7" creationId="{AD81D792-DD58-64F7-B031-8FC9242BEF62}"/>
          </ac:spMkLst>
        </pc:spChg>
      </pc:sldChg>
      <pc:sldChg chg="modSp mod">
        <pc:chgData name="Shubham Kuiri" userId="6e998787ffb65f0c" providerId="LiveId" clId="{992E50E2-4F0C-4A63-A5EC-F4DFDA4F1202}" dt="2026-09-12T09:37:38.714" v="155" actId="207"/>
        <pc:sldMkLst>
          <pc:docMk/>
          <pc:sldMk cId="0" sldId="264"/>
        </pc:sldMkLst>
        <pc:spChg chg="mod">
          <ac:chgData name="Shubham Kuiri" userId="6e998787ffb65f0c" providerId="LiveId" clId="{992E50E2-4F0C-4A63-A5EC-F4DFDA4F1202}" dt="2026-09-12T09:37:38.714" v="155" actId="207"/>
          <ac:spMkLst>
            <pc:docMk/>
            <pc:sldMk cId="0" sldId="264"/>
            <ac:spMk id="8" creationId="{00000000-0000-0000-0000-000000000000}"/>
          </ac:spMkLst>
        </pc:spChg>
        <pc:spChg chg="mod">
          <ac:chgData name="Shubham Kuiri" userId="6e998787ffb65f0c" providerId="LiveId" clId="{992E50E2-4F0C-4A63-A5EC-F4DFDA4F1202}" dt="2026-09-12T09:37:38.714" v="155" actId="207"/>
          <ac:spMkLst>
            <pc:docMk/>
            <pc:sldMk cId="0" sldId="264"/>
            <ac:spMk id="9" creationId="{00000000-0000-0000-0000-000000000000}"/>
          </ac:spMkLst>
        </pc:spChg>
        <pc:spChg chg="mod">
          <ac:chgData name="Shubham Kuiri" userId="6e998787ffb65f0c" providerId="LiveId" clId="{992E50E2-4F0C-4A63-A5EC-F4DFDA4F1202}" dt="2026-09-12T09:37:38.714" v="155" actId="207"/>
          <ac:spMkLst>
            <pc:docMk/>
            <pc:sldMk cId="0" sldId="264"/>
            <ac:spMk id="10" creationId="{00000000-0000-0000-0000-000000000000}"/>
          </ac:spMkLst>
        </pc:spChg>
        <pc:spChg chg="mod">
          <ac:chgData name="Shubham Kuiri" userId="6e998787ffb65f0c" providerId="LiveId" clId="{992E50E2-4F0C-4A63-A5EC-F4DFDA4F1202}" dt="2026-09-12T09:37:38.714" v="155" actId="207"/>
          <ac:spMkLst>
            <pc:docMk/>
            <pc:sldMk cId="0" sldId="264"/>
            <ac:spMk id="11" creationId="{00000000-0000-0000-0000-000000000000}"/>
          </ac:spMkLst>
        </pc:spChg>
        <pc:spChg chg="mod">
          <ac:chgData name="Shubham Kuiri" userId="6e998787ffb65f0c" providerId="LiveId" clId="{992E50E2-4F0C-4A63-A5EC-F4DFDA4F1202}" dt="2026-09-12T09:37:38.714" v="155" actId="207"/>
          <ac:spMkLst>
            <pc:docMk/>
            <pc:sldMk cId="0" sldId="264"/>
            <ac:spMk id="12" creationId="{00000000-0000-0000-0000-000000000000}"/>
          </ac:spMkLst>
        </pc:spChg>
        <pc:grpChg chg="mod">
          <ac:chgData name="Shubham Kuiri" userId="6e998787ffb65f0c" providerId="LiveId" clId="{992E50E2-4F0C-4A63-A5EC-F4DFDA4F1202}" dt="2026-09-12T09:37:38.714" v="155" actId="207"/>
          <ac:grpSpMkLst>
            <pc:docMk/>
            <pc:sldMk cId="0" sldId="264"/>
            <ac:grpSpMk id="20" creationId="{0015F0FB-CA97-9FF5-17D5-82434777950C}"/>
          </ac:grpSpMkLst>
        </pc:grpChg>
      </pc:sldChg>
      <pc:sldChg chg="addSp delSp modSp mod">
        <pc:chgData name="Shubham Kuiri" userId="6e998787ffb65f0c" providerId="LiveId" clId="{992E50E2-4F0C-4A63-A5EC-F4DFDA4F1202}" dt="2026-09-12T10:15:42.139" v="373" actId="1076"/>
        <pc:sldMkLst>
          <pc:docMk/>
          <pc:sldMk cId="0" sldId="265"/>
        </pc:sldMkLst>
        <pc:spChg chg="mod topLvl">
          <ac:chgData name="Shubham Kuiri" userId="6e998787ffb65f0c" providerId="LiveId" clId="{992E50E2-4F0C-4A63-A5EC-F4DFDA4F1202}" dt="2026-09-12T09:54:20.389" v="340" actId="164"/>
          <ac:spMkLst>
            <pc:docMk/>
            <pc:sldMk cId="0" sldId="265"/>
            <ac:spMk id="9" creationId="{00000000-0000-0000-0000-000000000000}"/>
          </ac:spMkLst>
        </pc:spChg>
        <pc:spChg chg="mod topLvl">
          <ac:chgData name="Shubham Kuiri" userId="6e998787ffb65f0c" providerId="LiveId" clId="{992E50E2-4F0C-4A63-A5EC-F4DFDA4F1202}" dt="2026-09-12T09:53:24.119" v="329" actId="165"/>
          <ac:spMkLst>
            <pc:docMk/>
            <pc:sldMk cId="0" sldId="265"/>
            <ac:spMk id="10" creationId="{00000000-0000-0000-0000-000000000000}"/>
          </ac:spMkLst>
        </pc:spChg>
        <pc:spChg chg="mod topLvl">
          <ac:chgData name="Shubham Kuiri" userId="6e998787ffb65f0c" providerId="LiveId" clId="{992E50E2-4F0C-4A63-A5EC-F4DFDA4F1202}" dt="2026-09-12T09:53:24.119" v="329" actId="165"/>
          <ac:spMkLst>
            <pc:docMk/>
            <pc:sldMk cId="0" sldId="265"/>
            <ac:spMk id="11" creationId="{00000000-0000-0000-0000-000000000000}"/>
          </ac:spMkLst>
        </pc:spChg>
        <pc:spChg chg="mod topLvl">
          <ac:chgData name="Shubham Kuiri" userId="6e998787ffb65f0c" providerId="LiveId" clId="{992E50E2-4F0C-4A63-A5EC-F4DFDA4F1202}" dt="2026-09-12T09:53:24.119" v="329" actId="165"/>
          <ac:spMkLst>
            <pc:docMk/>
            <pc:sldMk cId="0" sldId="265"/>
            <ac:spMk id="13" creationId="{00000000-0000-0000-0000-000000000000}"/>
          </ac:spMkLst>
        </pc:spChg>
        <pc:spChg chg="mod topLvl">
          <ac:chgData name="Shubham Kuiri" userId="6e998787ffb65f0c" providerId="LiveId" clId="{992E50E2-4F0C-4A63-A5EC-F4DFDA4F1202}" dt="2026-09-12T09:53:24.119" v="329" actId="165"/>
          <ac:spMkLst>
            <pc:docMk/>
            <pc:sldMk cId="0" sldId="265"/>
            <ac:spMk id="14" creationId="{00000000-0000-0000-0000-000000000000}"/>
          </ac:spMkLst>
        </pc:spChg>
        <pc:spChg chg="mod topLvl">
          <ac:chgData name="Shubham Kuiri" userId="6e998787ffb65f0c" providerId="LiveId" clId="{992E50E2-4F0C-4A63-A5EC-F4DFDA4F1202}" dt="2026-09-12T09:53:24.119" v="329" actId="165"/>
          <ac:spMkLst>
            <pc:docMk/>
            <pc:sldMk cId="0" sldId="265"/>
            <ac:spMk id="17" creationId="{00000000-0000-0000-0000-000000000000}"/>
          </ac:spMkLst>
        </pc:spChg>
        <pc:spChg chg="mod topLvl">
          <ac:chgData name="Shubham Kuiri" userId="6e998787ffb65f0c" providerId="LiveId" clId="{992E50E2-4F0C-4A63-A5EC-F4DFDA4F1202}" dt="2026-09-12T09:53:24.119" v="329" actId="165"/>
          <ac:spMkLst>
            <pc:docMk/>
            <pc:sldMk cId="0" sldId="265"/>
            <ac:spMk id="21" creationId="{00000000-0000-0000-0000-000000000000}"/>
          </ac:spMkLst>
        </pc:spChg>
        <pc:spChg chg="mod topLvl">
          <ac:chgData name="Shubham Kuiri" userId="6e998787ffb65f0c" providerId="LiveId" clId="{992E50E2-4F0C-4A63-A5EC-F4DFDA4F1202}" dt="2026-09-12T09:53:24.119" v="329" actId="165"/>
          <ac:spMkLst>
            <pc:docMk/>
            <pc:sldMk cId="0" sldId="265"/>
            <ac:spMk id="22" creationId="{00000000-0000-0000-0000-000000000000}"/>
          </ac:spMkLst>
        </pc:spChg>
        <pc:spChg chg="mod topLvl">
          <ac:chgData name="Shubham Kuiri" userId="6e998787ffb65f0c" providerId="LiveId" clId="{992E50E2-4F0C-4A63-A5EC-F4DFDA4F1202}" dt="2026-09-12T09:53:24.119" v="329" actId="165"/>
          <ac:spMkLst>
            <pc:docMk/>
            <pc:sldMk cId="0" sldId="265"/>
            <ac:spMk id="23" creationId="{00000000-0000-0000-0000-000000000000}"/>
          </ac:spMkLst>
        </pc:spChg>
        <pc:spChg chg="mod topLvl">
          <ac:chgData name="Shubham Kuiri" userId="6e998787ffb65f0c" providerId="LiveId" clId="{992E50E2-4F0C-4A63-A5EC-F4DFDA4F1202}" dt="2026-09-12T09:53:24.119" v="329" actId="165"/>
          <ac:spMkLst>
            <pc:docMk/>
            <pc:sldMk cId="0" sldId="265"/>
            <ac:spMk id="24" creationId="{00000000-0000-0000-0000-000000000000}"/>
          </ac:spMkLst>
        </pc:spChg>
        <pc:spChg chg="add mod">
          <ac:chgData name="Shubham Kuiri" userId="6e998787ffb65f0c" providerId="LiveId" clId="{992E50E2-4F0C-4A63-A5EC-F4DFDA4F1202}" dt="2026-09-12T09:54:20.389" v="340" actId="164"/>
          <ac:spMkLst>
            <pc:docMk/>
            <pc:sldMk cId="0" sldId="265"/>
            <ac:spMk id="38" creationId="{2B036DE3-89BF-7F80-4C21-3C527C15C739}"/>
          </ac:spMkLst>
        </pc:spChg>
        <pc:spChg chg="add mod">
          <ac:chgData name="Shubham Kuiri" userId="6e998787ffb65f0c" providerId="LiveId" clId="{992E50E2-4F0C-4A63-A5EC-F4DFDA4F1202}" dt="2026-09-12T09:54:20.389" v="340" actId="164"/>
          <ac:spMkLst>
            <pc:docMk/>
            <pc:sldMk cId="0" sldId="265"/>
            <ac:spMk id="41" creationId="{9C89629C-10CC-2910-81C5-E5056965F68C}"/>
          </ac:spMkLst>
        </pc:spChg>
        <pc:spChg chg="add mod">
          <ac:chgData name="Shubham Kuiri" userId="6e998787ffb65f0c" providerId="LiveId" clId="{992E50E2-4F0C-4A63-A5EC-F4DFDA4F1202}" dt="2026-09-12T09:54:20.389" v="340" actId="164"/>
          <ac:spMkLst>
            <pc:docMk/>
            <pc:sldMk cId="0" sldId="265"/>
            <ac:spMk id="45" creationId="{9F28FB73-0FA0-7EBB-BE2E-52544023136B}"/>
          </ac:spMkLst>
        </pc:spChg>
        <pc:grpChg chg="add mod">
          <ac:chgData name="Shubham Kuiri" userId="6e998787ffb65f0c" providerId="LiveId" clId="{992E50E2-4F0C-4A63-A5EC-F4DFDA4F1202}" dt="2026-09-12T09:54:20.389" v="340" actId="164"/>
          <ac:grpSpMkLst>
            <pc:docMk/>
            <pc:sldMk cId="0" sldId="265"/>
            <ac:grpSpMk id="48" creationId="{56D3E5C7-A8BB-F7CF-EAF7-E13657059C5D}"/>
          </ac:grpSpMkLst>
        </pc:grpChg>
        <pc:picChg chg="add mod">
          <ac:chgData name="Shubham Kuiri" userId="6e998787ffb65f0c" providerId="LiveId" clId="{992E50E2-4F0C-4A63-A5EC-F4DFDA4F1202}" dt="2026-09-12T09:54:20.389" v="340" actId="164"/>
          <ac:picMkLst>
            <pc:docMk/>
            <pc:sldMk cId="0" sldId="265"/>
            <ac:picMk id="47" creationId="{43EBF060-99B5-801C-341F-8563DDF09492}"/>
          </ac:picMkLst>
        </pc:picChg>
        <pc:picChg chg="add mod">
          <ac:chgData name="Shubham Kuiri" userId="6e998787ffb65f0c" providerId="LiveId" clId="{992E50E2-4F0C-4A63-A5EC-F4DFDA4F1202}" dt="2026-09-12T09:54:20.389" v="340" actId="164"/>
          <ac:picMkLst>
            <pc:docMk/>
            <pc:sldMk cId="0" sldId="265"/>
            <ac:picMk id="49" creationId="{B483F188-FAA0-B8AA-8853-70AA69AE193B}"/>
          </ac:picMkLst>
        </pc:picChg>
        <pc:picChg chg="add mod">
          <ac:chgData name="Shubham Kuiri" userId="6e998787ffb65f0c" providerId="LiveId" clId="{992E50E2-4F0C-4A63-A5EC-F4DFDA4F1202}" dt="2026-09-12T10:15:42.139" v="373" actId="1076"/>
          <ac:picMkLst>
            <pc:docMk/>
            <pc:sldMk cId="0" sldId="265"/>
            <ac:picMk id="50" creationId="{CA2DC25D-9BD1-8E66-DDAD-AB27083CE6E8}"/>
          </ac:picMkLst>
        </pc:picChg>
      </pc:sldChg>
      <pc:sldChg chg="modSp mod">
        <pc:chgData name="Shubham Kuiri" userId="6e998787ffb65f0c" providerId="LiveId" clId="{992E50E2-4F0C-4A63-A5EC-F4DFDA4F1202}" dt="2026-09-14T10:16:38.394" v="535" actId="20577"/>
        <pc:sldMkLst>
          <pc:docMk/>
          <pc:sldMk cId="0" sldId="266"/>
        </pc:sldMkLst>
        <pc:spChg chg="mod">
          <ac:chgData name="Shubham Kuiri" userId="6e998787ffb65f0c" providerId="LiveId" clId="{992E50E2-4F0C-4A63-A5EC-F4DFDA4F1202}" dt="2026-09-14T10:16:38.394" v="535" actId="20577"/>
          <ac:spMkLst>
            <pc:docMk/>
            <pc:sldMk cId="0" sldId="266"/>
            <ac:spMk id="4" creationId="{00000000-0000-0000-0000-000000000000}"/>
          </ac:spMkLst>
        </pc:spChg>
        <pc:spChg chg="mod">
          <ac:chgData name="Shubham Kuiri" userId="6e998787ffb65f0c" providerId="LiveId" clId="{992E50E2-4F0C-4A63-A5EC-F4DFDA4F1202}" dt="2026-09-12T10:35:16.487" v="419" actId="1076"/>
          <ac:spMkLst>
            <pc:docMk/>
            <pc:sldMk cId="0" sldId="266"/>
            <ac:spMk id="14" creationId="{00000000-0000-0000-0000-000000000000}"/>
          </ac:spMkLst>
        </pc:spChg>
        <pc:spChg chg="mod">
          <ac:chgData name="Shubham Kuiri" userId="6e998787ffb65f0c" providerId="LiveId" clId="{992E50E2-4F0C-4A63-A5EC-F4DFDA4F1202}" dt="2026-09-12T10:16:10.663" v="376" actId="255"/>
          <ac:spMkLst>
            <pc:docMk/>
            <pc:sldMk cId="0" sldId="266"/>
            <ac:spMk id="15" creationId="{00000000-0000-0000-0000-000000000000}"/>
          </ac:spMkLst>
        </pc:spChg>
        <pc:grpChg chg="mod">
          <ac:chgData name="Shubham Kuiri" userId="6e998787ffb65f0c" providerId="LiveId" clId="{992E50E2-4F0C-4A63-A5EC-F4DFDA4F1202}" dt="2026-09-12T10:16:01.103" v="375" actId="14100"/>
          <ac:grpSpMkLst>
            <pc:docMk/>
            <pc:sldMk cId="0" sldId="266"/>
            <ac:grpSpMk id="28" creationId="{9783CE4C-3DFD-5FEF-07DD-34997D303AA6}"/>
          </ac:grpSpMkLst>
        </pc:grpChg>
      </pc:sldChg>
      <pc:sldChg chg="modSp mod">
        <pc:chgData name="Shubham Kuiri" userId="6e998787ffb65f0c" providerId="LiveId" clId="{992E50E2-4F0C-4A63-A5EC-F4DFDA4F1202}" dt="2026-09-12T10:45:24.571" v="450" actId="27107"/>
        <pc:sldMkLst>
          <pc:docMk/>
          <pc:sldMk cId="0" sldId="267"/>
        </pc:sldMkLst>
        <pc:spChg chg="mod">
          <ac:chgData name="Shubham Kuiri" userId="6e998787ffb65f0c" providerId="LiveId" clId="{992E50E2-4F0C-4A63-A5EC-F4DFDA4F1202}" dt="2026-09-12T10:45:24.571" v="450" actId="27107"/>
          <ac:spMkLst>
            <pc:docMk/>
            <pc:sldMk cId="0" sldId="267"/>
            <ac:spMk id="5" creationId="{00000000-0000-0000-0000-000000000000}"/>
          </ac:spMkLst>
        </pc:spChg>
        <pc:spChg chg="mod">
          <ac:chgData name="Shubham Kuiri" userId="6e998787ffb65f0c" providerId="LiveId" clId="{992E50E2-4F0C-4A63-A5EC-F4DFDA4F1202}" dt="2026-09-12T09:41:57.301" v="192" actId="207"/>
          <ac:spMkLst>
            <pc:docMk/>
            <pc:sldMk cId="0" sldId="267"/>
            <ac:spMk id="8" creationId="{00000000-0000-0000-0000-000000000000}"/>
          </ac:spMkLst>
        </pc:spChg>
        <pc:graphicFrameChg chg="mod">
          <ac:chgData name="Shubham Kuiri" userId="6e998787ffb65f0c" providerId="LiveId" clId="{992E50E2-4F0C-4A63-A5EC-F4DFDA4F1202}" dt="2026-09-12T10:16:22.550" v="377" actId="14100"/>
          <ac:graphicFrameMkLst>
            <pc:docMk/>
            <pc:sldMk cId="0" sldId="267"/>
            <ac:graphicFrameMk id="7" creationId="{00000000-0000-0000-0000-000000000000}"/>
          </ac:graphicFrameMkLst>
        </pc:graphicFrameChg>
      </pc:sldChg>
      <pc:sldChg chg="modSp mod">
        <pc:chgData name="Shubham Kuiri" userId="6e998787ffb65f0c" providerId="LiveId" clId="{992E50E2-4F0C-4A63-A5EC-F4DFDA4F1202}" dt="2026-09-12T09:42:03.904" v="193" actId="207"/>
        <pc:sldMkLst>
          <pc:docMk/>
          <pc:sldMk cId="0" sldId="268"/>
        </pc:sldMkLst>
        <pc:spChg chg="mod">
          <ac:chgData name="Shubham Kuiri" userId="6e998787ffb65f0c" providerId="LiveId" clId="{992E50E2-4F0C-4A63-A5EC-F4DFDA4F1202}" dt="2026-09-12T09:42:03.904" v="193" actId="207"/>
          <ac:spMkLst>
            <pc:docMk/>
            <pc:sldMk cId="0" sldId="268"/>
            <ac:spMk id="9" creationId="{00000000-0000-0000-0000-000000000000}"/>
          </ac:spMkLst>
        </pc:spChg>
        <pc:spChg chg="mod">
          <ac:chgData name="Shubham Kuiri" userId="6e998787ffb65f0c" providerId="LiveId" clId="{992E50E2-4F0C-4A63-A5EC-F4DFDA4F1202}" dt="2026-09-12T09:42:03.904" v="193" actId="207"/>
          <ac:spMkLst>
            <pc:docMk/>
            <pc:sldMk cId="0" sldId="268"/>
            <ac:spMk id="10" creationId="{00000000-0000-0000-0000-000000000000}"/>
          </ac:spMkLst>
        </pc:spChg>
        <pc:spChg chg="mod">
          <ac:chgData name="Shubham Kuiri" userId="6e998787ffb65f0c" providerId="LiveId" clId="{992E50E2-4F0C-4A63-A5EC-F4DFDA4F1202}" dt="2026-09-12T09:42:03.904" v="193" actId="207"/>
          <ac:spMkLst>
            <pc:docMk/>
            <pc:sldMk cId="0" sldId="268"/>
            <ac:spMk id="11" creationId="{00000000-0000-0000-0000-000000000000}"/>
          </ac:spMkLst>
        </pc:spChg>
        <pc:spChg chg="mod">
          <ac:chgData name="Shubham Kuiri" userId="6e998787ffb65f0c" providerId="LiveId" clId="{992E50E2-4F0C-4A63-A5EC-F4DFDA4F1202}" dt="2026-09-12T09:42:03.904" v="193" actId="207"/>
          <ac:spMkLst>
            <pc:docMk/>
            <pc:sldMk cId="0" sldId="268"/>
            <ac:spMk id="12" creationId="{00000000-0000-0000-0000-000000000000}"/>
          </ac:spMkLst>
        </pc:spChg>
        <pc:spChg chg="mod">
          <ac:chgData name="Shubham Kuiri" userId="6e998787ffb65f0c" providerId="LiveId" clId="{992E50E2-4F0C-4A63-A5EC-F4DFDA4F1202}" dt="2026-09-12T09:42:03.904" v="193" actId="207"/>
          <ac:spMkLst>
            <pc:docMk/>
            <pc:sldMk cId="0" sldId="268"/>
            <ac:spMk id="13" creationId="{00000000-0000-0000-0000-000000000000}"/>
          </ac:spMkLst>
        </pc:spChg>
        <pc:spChg chg="mod">
          <ac:chgData name="Shubham Kuiri" userId="6e998787ffb65f0c" providerId="LiveId" clId="{992E50E2-4F0C-4A63-A5EC-F4DFDA4F1202}" dt="2026-09-12T09:42:03.904" v="193" actId="207"/>
          <ac:spMkLst>
            <pc:docMk/>
            <pc:sldMk cId="0" sldId="268"/>
            <ac:spMk id="14" creationId="{00000000-0000-0000-0000-000000000000}"/>
          </ac:spMkLst>
        </pc:spChg>
        <pc:spChg chg="mod">
          <ac:chgData name="Shubham Kuiri" userId="6e998787ffb65f0c" providerId="LiveId" clId="{992E50E2-4F0C-4A63-A5EC-F4DFDA4F1202}" dt="2026-09-12T09:42:03.904" v="193" actId="207"/>
          <ac:spMkLst>
            <pc:docMk/>
            <pc:sldMk cId="0" sldId="268"/>
            <ac:spMk id="15" creationId="{00000000-0000-0000-0000-000000000000}"/>
          </ac:spMkLst>
        </pc:spChg>
        <pc:grpChg chg="mod">
          <ac:chgData name="Shubham Kuiri" userId="6e998787ffb65f0c" providerId="LiveId" clId="{992E50E2-4F0C-4A63-A5EC-F4DFDA4F1202}" dt="2026-09-12T09:42:03.904" v="193" actId="207"/>
          <ac:grpSpMkLst>
            <pc:docMk/>
            <pc:sldMk cId="0" sldId="268"/>
            <ac:grpSpMk id="19" creationId="{E0138E80-BAE5-C031-8AD3-CBD9476C15C8}"/>
          </ac:grpSpMkLst>
        </pc:grpChg>
      </pc:sldChg>
      <pc:sldChg chg="modSp mod">
        <pc:chgData name="Shubham Kuiri" userId="6e998787ffb65f0c" providerId="LiveId" clId="{992E50E2-4F0C-4A63-A5EC-F4DFDA4F1202}" dt="2026-09-12T09:55:45.902" v="341" actId="207"/>
        <pc:sldMkLst>
          <pc:docMk/>
          <pc:sldMk cId="0" sldId="269"/>
        </pc:sldMkLst>
        <pc:spChg chg="mod">
          <ac:chgData name="Shubham Kuiri" userId="6e998787ffb65f0c" providerId="LiveId" clId="{992E50E2-4F0C-4A63-A5EC-F4DFDA4F1202}" dt="2026-09-12T09:55:45.902" v="341" actId="207"/>
          <ac:spMkLst>
            <pc:docMk/>
            <pc:sldMk cId="0" sldId="269"/>
            <ac:spMk id="9" creationId="{00000000-0000-0000-0000-000000000000}"/>
          </ac:spMkLst>
        </pc:spChg>
        <pc:spChg chg="mod">
          <ac:chgData name="Shubham Kuiri" userId="6e998787ffb65f0c" providerId="LiveId" clId="{992E50E2-4F0C-4A63-A5EC-F4DFDA4F1202}" dt="2026-09-12T09:50:13.993" v="254" actId="207"/>
          <ac:spMkLst>
            <pc:docMk/>
            <pc:sldMk cId="0" sldId="269"/>
            <ac:spMk id="10" creationId="{00000000-0000-0000-0000-000000000000}"/>
          </ac:spMkLst>
        </pc:spChg>
      </pc:sldChg>
      <pc:sldChg chg="modSp mod">
        <pc:chgData name="Shubham Kuiri" userId="6e998787ffb65f0c" providerId="LiveId" clId="{992E50E2-4F0C-4A63-A5EC-F4DFDA4F1202}" dt="2026-09-12T10:38:02.087" v="424" actId="14100"/>
        <pc:sldMkLst>
          <pc:docMk/>
          <pc:sldMk cId="0" sldId="270"/>
        </pc:sldMkLst>
        <pc:spChg chg="mod">
          <ac:chgData name="Shubham Kuiri" userId="6e998787ffb65f0c" providerId="LiveId" clId="{992E50E2-4F0C-4A63-A5EC-F4DFDA4F1202}" dt="2026-09-12T09:55:50.265" v="342" actId="207"/>
          <ac:spMkLst>
            <pc:docMk/>
            <pc:sldMk cId="0" sldId="270"/>
            <ac:spMk id="9" creationId="{00000000-0000-0000-0000-000000000000}"/>
          </ac:spMkLst>
        </pc:spChg>
        <pc:picChg chg="mod">
          <ac:chgData name="Shubham Kuiri" userId="6e998787ffb65f0c" providerId="LiveId" clId="{992E50E2-4F0C-4A63-A5EC-F4DFDA4F1202}" dt="2026-09-12T10:38:02.087" v="424" actId="14100"/>
          <ac:picMkLst>
            <pc:docMk/>
            <pc:sldMk cId="0" sldId="270"/>
            <ac:picMk id="7" creationId="{00000000-0000-0000-0000-000000000000}"/>
          </ac:picMkLst>
        </pc:picChg>
      </pc:sldChg>
      <pc:sldChg chg="addSp delSp modSp mod">
        <pc:chgData name="Shubham Kuiri" userId="6e998787ffb65f0c" providerId="LiveId" clId="{992E50E2-4F0C-4A63-A5EC-F4DFDA4F1202}" dt="2026-09-12T10:19:36.647" v="408" actId="14100"/>
        <pc:sldMkLst>
          <pc:docMk/>
          <pc:sldMk cId="0" sldId="271"/>
        </pc:sldMkLst>
        <pc:spChg chg="mod">
          <ac:chgData name="Shubham Kuiri" userId="6e998787ffb65f0c" providerId="LiveId" clId="{992E50E2-4F0C-4A63-A5EC-F4DFDA4F1202}" dt="2026-09-12T09:44:36.364" v="212" actId="1076"/>
          <ac:spMkLst>
            <pc:docMk/>
            <pc:sldMk cId="0" sldId="271"/>
            <ac:spMk id="5" creationId="{00000000-0000-0000-0000-000000000000}"/>
          </ac:spMkLst>
        </pc:spChg>
        <pc:spChg chg="mod">
          <ac:chgData name="Shubham Kuiri" userId="6e998787ffb65f0c" providerId="LiveId" clId="{992E50E2-4F0C-4A63-A5EC-F4DFDA4F1202}" dt="2026-09-12T09:44:35.340" v="211" actId="207"/>
          <ac:spMkLst>
            <pc:docMk/>
            <pc:sldMk cId="0" sldId="271"/>
            <ac:spMk id="6" creationId="{00000000-0000-0000-0000-000000000000}"/>
          </ac:spMkLst>
        </pc:spChg>
        <pc:spChg chg="mod">
          <ac:chgData name="Shubham Kuiri" userId="6e998787ffb65f0c" providerId="LiveId" clId="{992E50E2-4F0C-4A63-A5EC-F4DFDA4F1202}" dt="2026-09-12T09:45:41.118" v="218" actId="20577"/>
          <ac:spMkLst>
            <pc:docMk/>
            <pc:sldMk cId="0" sldId="271"/>
            <ac:spMk id="15" creationId="{00000000-0000-0000-0000-000000000000}"/>
          </ac:spMkLst>
        </pc:spChg>
        <pc:spChg chg="mod">
          <ac:chgData name="Shubham Kuiri" userId="6e998787ffb65f0c" providerId="LiveId" clId="{992E50E2-4F0C-4A63-A5EC-F4DFDA4F1202}" dt="2026-09-12T09:47:15.506" v="238" actId="14100"/>
          <ac:spMkLst>
            <pc:docMk/>
            <pc:sldMk cId="0" sldId="271"/>
            <ac:spMk id="23" creationId="{00000000-0000-0000-0000-000000000000}"/>
          </ac:spMkLst>
        </pc:spChg>
        <pc:spChg chg="mod">
          <ac:chgData name="Shubham Kuiri" userId="6e998787ffb65f0c" providerId="LiveId" clId="{992E50E2-4F0C-4A63-A5EC-F4DFDA4F1202}" dt="2026-09-12T09:43:31.362" v="204" actId="1076"/>
          <ac:spMkLst>
            <pc:docMk/>
            <pc:sldMk cId="0" sldId="271"/>
            <ac:spMk id="24" creationId="{00000000-0000-0000-0000-000000000000}"/>
          </ac:spMkLst>
        </pc:spChg>
        <pc:spChg chg="mod">
          <ac:chgData name="Shubham Kuiri" userId="6e998787ffb65f0c" providerId="LiveId" clId="{992E50E2-4F0C-4A63-A5EC-F4DFDA4F1202}" dt="2026-09-12T09:47:45.075" v="243" actId="1076"/>
          <ac:spMkLst>
            <pc:docMk/>
            <pc:sldMk cId="0" sldId="271"/>
            <ac:spMk id="26" creationId="{00000000-0000-0000-0000-000000000000}"/>
          </ac:spMkLst>
        </pc:spChg>
        <pc:spChg chg="mod">
          <ac:chgData name="Shubham Kuiri" userId="6e998787ffb65f0c" providerId="LiveId" clId="{992E50E2-4F0C-4A63-A5EC-F4DFDA4F1202}" dt="2026-09-12T10:19:36.647" v="408" actId="14100"/>
          <ac:spMkLst>
            <pc:docMk/>
            <pc:sldMk cId="0" sldId="271"/>
            <ac:spMk id="27" creationId="{00000000-0000-0000-0000-000000000000}"/>
          </ac:spMkLst>
        </pc:spChg>
        <pc:spChg chg="mod">
          <ac:chgData name="Shubham Kuiri" userId="6e998787ffb65f0c" providerId="LiveId" clId="{992E50E2-4F0C-4A63-A5EC-F4DFDA4F1202}" dt="2026-09-12T09:47:37.185" v="241" actId="1076"/>
          <ac:spMkLst>
            <pc:docMk/>
            <pc:sldMk cId="0" sldId="271"/>
            <ac:spMk id="28" creationId="{00000000-0000-0000-0000-000000000000}"/>
          </ac:spMkLst>
        </pc:spChg>
        <pc:spChg chg="mod">
          <ac:chgData name="Shubham Kuiri" userId="6e998787ffb65f0c" providerId="LiveId" clId="{992E50E2-4F0C-4A63-A5EC-F4DFDA4F1202}" dt="2026-09-12T09:47:28.489" v="240" actId="1076"/>
          <ac:spMkLst>
            <pc:docMk/>
            <pc:sldMk cId="0" sldId="271"/>
            <ac:spMk id="30" creationId="{00000000-0000-0000-0000-000000000000}"/>
          </ac:spMkLst>
        </pc:spChg>
        <pc:spChg chg="mod">
          <ac:chgData name="Shubham Kuiri" userId="6e998787ffb65f0c" providerId="LiveId" clId="{992E50E2-4F0C-4A63-A5EC-F4DFDA4F1202}" dt="2026-09-12T09:47:22.314" v="239" actId="1076"/>
          <ac:spMkLst>
            <pc:docMk/>
            <pc:sldMk cId="0" sldId="271"/>
            <ac:spMk id="31" creationId="{00000000-0000-0000-0000-000000000000}"/>
          </ac:spMkLst>
        </pc:spChg>
        <pc:spChg chg="add mod">
          <ac:chgData name="Shubham Kuiri" userId="6e998787ffb65f0c" providerId="LiveId" clId="{992E50E2-4F0C-4A63-A5EC-F4DFDA4F1202}" dt="2026-09-12T09:48:23.972" v="249" actId="164"/>
          <ac:spMkLst>
            <pc:docMk/>
            <pc:sldMk cId="0" sldId="271"/>
            <ac:spMk id="38" creationId="{74B38348-9972-D261-A586-7240DA018D35}"/>
          </ac:spMkLst>
        </pc:spChg>
        <pc:grpChg chg="mod">
          <ac:chgData name="Shubham Kuiri" userId="6e998787ffb65f0c" providerId="LiveId" clId="{992E50E2-4F0C-4A63-A5EC-F4DFDA4F1202}" dt="2026-09-12T09:48:23.972" v="249" actId="164"/>
          <ac:grpSpMkLst>
            <pc:docMk/>
            <pc:sldMk cId="0" sldId="271"/>
            <ac:grpSpMk id="36" creationId="{2506895C-A2AE-BE7B-DCDD-FEF73746500B}"/>
          </ac:grpSpMkLst>
        </pc:grpChg>
        <pc:grpChg chg="add mod">
          <ac:chgData name="Shubham Kuiri" userId="6e998787ffb65f0c" providerId="LiveId" clId="{992E50E2-4F0C-4A63-A5EC-F4DFDA4F1202}" dt="2026-09-12T09:48:23.972" v="249" actId="164"/>
          <ac:grpSpMkLst>
            <pc:docMk/>
            <pc:sldMk cId="0" sldId="271"/>
            <ac:grpSpMk id="39" creationId="{DD3F68D9-76D1-01EA-37B9-2D8907AC359D}"/>
          </ac:grpSpMkLst>
        </pc:grpChg>
      </pc:sldChg>
      <pc:sldChg chg="modSp mod">
        <pc:chgData name="Shubham Kuiri" userId="6e998787ffb65f0c" providerId="LiveId" clId="{992E50E2-4F0C-4A63-A5EC-F4DFDA4F1202}" dt="2026-09-12T10:18:59.328" v="407" actId="1076"/>
        <pc:sldMkLst>
          <pc:docMk/>
          <pc:sldMk cId="0" sldId="272"/>
        </pc:sldMkLst>
        <pc:spChg chg="mod">
          <ac:chgData name="Shubham Kuiri" userId="6e998787ffb65f0c" providerId="LiveId" clId="{992E50E2-4F0C-4A63-A5EC-F4DFDA4F1202}" dt="2026-09-12T10:17:16.879" v="379" actId="255"/>
          <ac:spMkLst>
            <pc:docMk/>
            <pc:sldMk cId="0" sldId="272"/>
            <ac:spMk id="2" creationId="{00000000-0000-0000-0000-000000000000}"/>
          </ac:spMkLst>
        </pc:spChg>
        <pc:spChg chg="mod">
          <ac:chgData name="Shubham Kuiri" userId="6e998787ffb65f0c" providerId="LiveId" clId="{992E50E2-4F0C-4A63-A5EC-F4DFDA4F1202}" dt="2026-09-12T10:17:38.813" v="385" actId="1076"/>
          <ac:spMkLst>
            <pc:docMk/>
            <pc:sldMk cId="0" sldId="272"/>
            <ac:spMk id="4" creationId="{00000000-0000-0000-0000-000000000000}"/>
          </ac:spMkLst>
        </pc:spChg>
        <pc:spChg chg="mod">
          <ac:chgData name="Shubham Kuiri" userId="6e998787ffb65f0c" providerId="LiveId" clId="{992E50E2-4F0C-4A63-A5EC-F4DFDA4F1202}" dt="2026-09-12T09:48:47.469" v="250" actId="207"/>
          <ac:spMkLst>
            <pc:docMk/>
            <pc:sldMk cId="0" sldId="272"/>
            <ac:spMk id="5" creationId="{00000000-0000-0000-0000-000000000000}"/>
          </ac:spMkLst>
        </pc:spChg>
        <pc:spChg chg="mod">
          <ac:chgData name="Shubham Kuiri" userId="6e998787ffb65f0c" providerId="LiveId" clId="{992E50E2-4F0C-4A63-A5EC-F4DFDA4F1202}" dt="2026-09-12T10:17:23.971" v="380" actId="255"/>
          <ac:spMkLst>
            <pc:docMk/>
            <pc:sldMk cId="0" sldId="272"/>
            <ac:spMk id="8" creationId="{00000000-0000-0000-0000-000000000000}"/>
          </ac:spMkLst>
        </pc:spChg>
        <pc:spChg chg="mod">
          <ac:chgData name="Shubham Kuiri" userId="6e998787ffb65f0c" providerId="LiveId" clId="{992E50E2-4F0C-4A63-A5EC-F4DFDA4F1202}" dt="2026-09-12T10:17:42.025" v="386" actId="1076"/>
          <ac:spMkLst>
            <pc:docMk/>
            <pc:sldMk cId="0" sldId="272"/>
            <ac:spMk id="9" creationId="{00000000-0000-0000-0000-000000000000}"/>
          </ac:spMkLst>
        </pc:spChg>
        <pc:spChg chg="mod">
          <ac:chgData name="Shubham Kuiri" userId="6e998787ffb65f0c" providerId="LiveId" clId="{992E50E2-4F0C-4A63-A5EC-F4DFDA4F1202}" dt="2026-09-12T10:17:55.357" v="389" actId="1076"/>
          <ac:spMkLst>
            <pc:docMk/>
            <pc:sldMk cId="0" sldId="272"/>
            <ac:spMk id="10" creationId="{00000000-0000-0000-0000-000000000000}"/>
          </ac:spMkLst>
        </pc:spChg>
        <pc:spChg chg="mod">
          <ac:chgData name="Shubham Kuiri" userId="6e998787ffb65f0c" providerId="LiveId" clId="{992E50E2-4F0C-4A63-A5EC-F4DFDA4F1202}" dt="2026-09-12T09:48:47.469" v="250" actId="207"/>
          <ac:spMkLst>
            <pc:docMk/>
            <pc:sldMk cId="0" sldId="272"/>
            <ac:spMk id="11" creationId="{00000000-0000-0000-0000-000000000000}"/>
          </ac:spMkLst>
        </pc:spChg>
        <pc:spChg chg="mod">
          <ac:chgData name="Shubham Kuiri" userId="6e998787ffb65f0c" providerId="LiveId" clId="{992E50E2-4F0C-4A63-A5EC-F4DFDA4F1202}" dt="2026-09-12T10:17:58.390" v="390" actId="1076"/>
          <ac:spMkLst>
            <pc:docMk/>
            <pc:sldMk cId="0" sldId="272"/>
            <ac:spMk id="14" creationId="{00000000-0000-0000-0000-000000000000}"/>
          </ac:spMkLst>
        </pc:spChg>
        <pc:spChg chg="mod">
          <ac:chgData name="Shubham Kuiri" userId="6e998787ffb65f0c" providerId="LiveId" clId="{992E50E2-4F0C-4A63-A5EC-F4DFDA4F1202}" dt="2026-09-12T10:17:51.145" v="388" actId="255"/>
          <ac:spMkLst>
            <pc:docMk/>
            <pc:sldMk cId="0" sldId="272"/>
            <ac:spMk id="15" creationId="{00000000-0000-0000-0000-000000000000}"/>
          </ac:spMkLst>
        </pc:spChg>
        <pc:spChg chg="mod">
          <ac:chgData name="Shubham Kuiri" userId="6e998787ffb65f0c" providerId="LiveId" clId="{992E50E2-4F0C-4A63-A5EC-F4DFDA4F1202}" dt="2026-09-12T10:18:04.275" v="392" actId="1076"/>
          <ac:spMkLst>
            <pc:docMk/>
            <pc:sldMk cId="0" sldId="272"/>
            <ac:spMk id="16" creationId="{00000000-0000-0000-0000-000000000000}"/>
          </ac:spMkLst>
        </pc:spChg>
        <pc:spChg chg="mod">
          <ac:chgData name="Shubham Kuiri" userId="6e998787ffb65f0c" providerId="LiveId" clId="{992E50E2-4F0C-4A63-A5EC-F4DFDA4F1202}" dt="2026-09-12T09:48:47.469" v="250" actId="207"/>
          <ac:spMkLst>
            <pc:docMk/>
            <pc:sldMk cId="0" sldId="272"/>
            <ac:spMk id="17" creationId="{00000000-0000-0000-0000-000000000000}"/>
          </ac:spMkLst>
        </pc:spChg>
        <pc:spChg chg="mod">
          <ac:chgData name="Shubham Kuiri" userId="6e998787ffb65f0c" providerId="LiveId" clId="{992E50E2-4F0C-4A63-A5EC-F4DFDA4F1202}" dt="2026-09-12T10:18:10.869" v="393" actId="1076"/>
          <ac:spMkLst>
            <pc:docMk/>
            <pc:sldMk cId="0" sldId="272"/>
            <ac:spMk id="20" creationId="{00000000-0000-0000-0000-000000000000}"/>
          </ac:spMkLst>
        </pc:spChg>
        <pc:spChg chg="mod">
          <ac:chgData name="Shubham Kuiri" userId="6e998787ffb65f0c" providerId="LiveId" clId="{992E50E2-4F0C-4A63-A5EC-F4DFDA4F1202}" dt="2026-09-12T10:18:18.259" v="395" actId="1076"/>
          <ac:spMkLst>
            <pc:docMk/>
            <pc:sldMk cId="0" sldId="272"/>
            <ac:spMk id="21" creationId="{00000000-0000-0000-0000-000000000000}"/>
          </ac:spMkLst>
        </pc:spChg>
        <pc:spChg chg="mod">
          <ac:chgData name="Shubham Kuiri" userId="6e998787ffb65f0c" providerId="LiveId" clId="{992E50E2-4F0C-4A63-A5EC-F4DFDA4F1202}" dt="2026-09-12T09:48:47.469" v="250" actId="207"/>
          <ac:spMkLst>
            <pc:docMk/>
            <pc:sldMk cId="0" sldId="272"/>
            <ac:spMk id="23" creationId="{00000000-0000-0000-0000-000000000000}"/>
          </ac:spMkLst>
        </pc:spChg>
        <pc:spChg chg="mod">
          <ac:chgData name="Shubham Kuiri" userId="6e998787ffb65f0c" providerId="LiveId" clId="{992E50E2-4F0C-4A63-A5EC-F4DFDA4F1202}" dt="2026-09-12T10:18:22.118" v="396" actId="255"/>
          <ac:spMkLst>
            <pc:docMk/>
            <pc:sldMk cId="0" sldId="272"/>
            <ac:spMk id="26" creationId="{00000000-0000-0000-0000-000000000000}"/>
          </ac:spMkLst>
        </pc:spChg>
        <pc:spChg chg="mod">
          <ac:chgData name="Shubham Kuiri" userId="6e998787ffb65f0c" providerId="LiveId" clId="{992E50E2-4F0C-4A63-A5EC-F4DFDA4F1202}" dt="2026-09-12T10:18:40.332" v="402" actId="1076"/>
          <ac:spMkLst>
            <pc:docMk/>
            <pc:sldMk cId="0" sldId="272"/>
            <ac:spMk id="27" creationId="{00000000-0000-0000-0000-000000000000}"/>
          </ac:spMkLst>
        </pc:spChg>
        <pc:spChg chg="mod">
          <ac:chgData name="Shubham Kuiri" userId="6e998787ffb65f0c" providerId="LiveId" clId="{992E50E2-4F0C-4A63-A5EC-F4DFDA4F1202}" dt="2026-09-12T10:18:48.490" v="405" actId="1076"/>
          <ac:spMkLst>
            <pc:docMk/>
            <pc:sldMk cId="0" sldId="272"/>
            <ac:spMk id="28" creationId="{00000000-0000-0000-0000-000000000000}"/>
          </ac:spMkLst>
        </pc:spChg>
        <pc:spChg chg="mod">
          <ac:chgData name="Shubham Kuiri" userId="6e998787ffb65f0c" providerId="LiveId" clId="{992E50E2-4F0C-4A63-A5EC-F4DFDA4F1202}" dt="2026-09-12T09:48:47.469" v="250" actId="207"/>
          <ac:spMkLst>
            <pc:docMk/>
            <pc:sldMk cId="0" sldId="272"/>
            <ac:spMk id="29" creationId="{00000000-0000-0000-0000-000000000000}"/>
          </ac:spMkLst>
        </pc:spChg>
        <pc:spChg chg="mod">
          <ac:chgData name="Shubham Kuiri" userId="6e998787ffb65f0c" providerId="LiveId" clId="{992E50E2-4F0C-4A63-A5EC-F4DFDA4F1202}" dt="2026-09-12T10:18:25.375" v="397" actId="255"/>
          <ac:spMkLst>
            <pc:docMk/>
            <pc:sldMk cId="0" sldId="272"/>
            <ac:spMk id="32" creationId="{00000000-0000-0000-0000-000000000000}"/>
          </ac:spMkLst>
        </pc:spChg>
        <pc:spChg chg="mod">
          <ac:chgData name="Shubham Kuiri" userId="6e998787ffb65f0c" providerId="LiveId" clId="{992E50E2-4F0C-4A63-A5EC-F4DFDA4F1202}" dt="2026-09-12T10:18:55.187" v="406" actId="1076"/>
          <ac:spMkLst>
            <pc:docMk/>
            <pc:sldMk cId="0" sldId="272"/>
            <ac:spMk id="33" creationId="{00000000-0000-0000-0000-000000000000}"/>
          </ac:spMkLst>
        </pc:spChg>
        <pc:spChg chg="mod">
          <ac:chgData name="Shubham Kuiri" userId="6e998787ffb65f0c" providerId="LiveId" clId="{992E50E2-4F0C-4A63-A5EC-F4DFDA4F1202}" dt="2026-09-12T09:48:47.469" v="250" actId="207"/>
          <ac:spMkLst>
            <pc:docMk/>
            <pc:sldMk cId="0" sldId="272"/>
            <ac:spMk id="35" creationId="{00000000-0000-0000-0000-000000000000}"/>
          </ac:spMkLst>
        </pc:spChg>
        <pc:spChg chg="mod">
          <ac:chgData name="Shubham Kuiri" userId="6e998787ffb65f0c" providerId="LiveId" clId="{992E50E2-4F0C-4A63-A5EC-F4DFDA4F1202}" dt="2026-09-12T10:18:28.176" v="398" actId="255"/>
          <ac:spMkLst>
            <pc:docMk/>
            <pc:sldMk cId="0" sldId="272"/>
            <ac:spMk id="38" creationId="{00000000-0000-0000-0000-000000000000}"/>
          </ac:spMkLst>
        </pc:spChg>
        <pc:spChg chg="mod">
          <ac:chgData name="Shubham Kuiri" userId="6e998787ffb65f0c" providerId="LiveId" clId="{992E50E2-4F0C-4A63-A5EC-F4DFDA4F1202}" dt="2026-09-12T10:18:59.328" v="407" actId="1076"/>
          <ac:spMkLst>
            <pc:docMk/>
            <pc:sldMk cId="0" sldId="272"/>
            <ac:spMk id="39" creationId="{00000000-0000-0000-0000-000000000000}"/>
          </ac:spMkLst>
        </pc:spChg>
      </pc:sldChg>
      <pc:sldChg chg="modSp mod setBg">
        <pc:chgData name="Shubham Kuiri" userId="6e998787ffb65f0c" providerId="LiveId" clId="{992E50E2-4F0C-4A63-A5EC-F4DFDA4F1202}" dt="2026-09-12T09:57:16.163" v="347" actId="207"/>
        <pc:sldMkLst>
          <pc:docMk/>
          <pc:sldMk cId="0" sldId="273"/>
        </pc:sldMkLst>
        <pc:spChg chg="mod">
          <ac:chgData name="Shubham Kuiri" userId="6e998787ffb65f0c" providerId="LiveId" clId="{992E50E2-4F0C-4A63-A5EC-F4DFDA4F1202}" dt="2026-09-12T09:57:16.163" v="347" actId="207"/>
          <ac:spMkLst>
            <pc:docMk/>
            <pc:sldMk cId="0" sldId="273"/>
            <ac:spMk id="2" creationId="{00000000-0000-0000-0000-000000000000}"/>
          </ac:spMkLst>
        </pc:spChg>
        <pc:spChg chg="mod">
          <ac:chgData name="Shubham Kuiri" userId="6e998787ffb65f0c" providerId="LiveId" clId="{992E50E2-4F0C-4A63-A5EC-F4DFDA4F1202}" dt="2026-09-12T09:50:36.254" v="256" actId="255"/>
          <ac:spMkLst>
            <pc:docMk/>
            <pc:sldMk cId="0" sldId="273"/>
            <ac:spMk id="3" creationId="{00000000-0000-0000-0000-000000000000}"/>
          </ac:spMkLst>
        </pc:spChg>
        <pc:spChg chg="mod">
          <ac:chgData name="Shubham Kuiri" userId="6e998787ffb65f0c" providerId="LiveId" clId="{992E50E2-4F0C-4A63-A5EC-F4DFDA4F1202}" dt="2026-09-12T09:50:42.569" v="257" actId="255"/>
          <ac:spMkLst>
            <pc:docMk/>
            <pc:sldMk cId="0" sldId="273"/>
            <ac:spMk id="4" creationId="{00000000-0000-0000-0000-000000000000}"/>
          </ac:spMkLst>
        </pc:spChg>
        <pc:spChg chg="mod">
          <ac:chgData name="Shubham Kuiri" userId="6e998787ffb65f0c" providerId="LiveId" clId="{992E50E2-4F0C-4A63-A5EC-F4DFDA4F1202}" dt="2026-09-12T09:50:50.748" v="258" actId="255"/>
          <ac:spMkLst>
            <pc:docMk/>
            <pc:sldMk cId="0" sldId="273"/>
            <ac:spMk id="6" creationId="{00000000-0000-0000-0000-000000000000}"/>
          </ac:spMkLst>
        </pc:spChg>
        <pc:spChg chg="mod">
          <ac:chgData name="Shubham Kuiri" userId="6e998787ffb65f0c" providerId="LiveId" clId="{992E50E2-4F0C-4A63-A5EC-F4DFDA4F1202}" dt="2026-09-12T09:50:54.077" v="259" actId="255"/>
          <ac:spMkLst>
            <pc:docMk/>
            <pc:sldMk cId="0" sldId="273"/>
            <ac:spMk id="8" creationId="{00000000-0000-0000-0000-000000000000}"/>
          </ac:spMkLst>
        </pc:spChg>
        <pc:spChg chg="mod">
          <ac:chgData name="Shubham Kuiri" userId="6e998787ffb65f0c" providerId="LiveId" clId="{992E50E2-4F0C-4A63-A5EC-F4DFDA4F1202}" dt="2026-09-12T09:50:57.463" v="260" actId="255"/>
          <ac:spMkLst>
            <pc:docMk/>
            <pc:sldMk cId="0" sldId="273"/>
            <ac:spMk id="10" creationId="{00000000-0000-0000-0000-000000000000}"/>
          </ac:spMkLst>
        </pc:spChg>
        <pc:spChg chg="mod">
          <ac:chgData name="Shubham Kuiri" userId="6e998787ffb65f0c" providerId="LiveId" clId="{992E50E2-4F0C-4A63-A5EC-F4DFDA4F1202}" dt="2026-09-12T09:51:07.177" v="262" actId="1076"/>
          <ac:spMkLst>
            <pc:docMk/>
            <pc:sldMk cId="0" sldId="273"/>
            <ac:spMk id="12" creationId="{00000000-0000-0000-0000-000000000000}"/>
          </ac:spMkLst>
        </pc:spChg>
      </pc:sldChg>
      <pc:sldChg chg="addSp delSp modSp mod">
        <pc:chgData name="Shubham Kuiri" userId="6e998787ffb65f0c" providerId="LiveId" clId="{992E50E2-4F0C-4A63-A5EC-F4DFDA4F1202}" dt="2026-09-14T13:51:16.619" v="670" actId="20577"/>
        <pc:sldMkLst>
          <pc:docMk/>
          <pc:sldMk cId="0" sldId="274"/>
        </pc:sldMkLst>
        <pc:spChg chg="mod">
          <ac:chgData name="Shubham Kuiri" userId="6e998787ffb65f0c" providerId="LiveId" clId="{992E50E2-4F0C-4A63-A5EC-F4DFDA4F1202}" dt="2026-09-14T13:34:52.993" v="591" actId="20577"/>
          <ac:spMkLst>
            <pc:docMk/>
            <pc:sldMk cId="0" sldId="274"/>
            <ac:spMk id="2" creationId="{00000000-0000-0000-0000-000000000000}"/>
          </ac:spMkLst>
        </pc:spChg>
        <pc:spChg chg="mod">
          <ac:chgData name="Shubham Kuiri" userId="6e998787ffb65f0c" providerId="LiveId" clId="{992E50E2-4F0C-4A63-A5EC-F4DFDA4F1202}" dt="2026-09-14T13:34:38.010" v="582" actId="20577"/>
          <ac:spMkLst>
            <pc:docMk/>
            <pc:sldMk cId="0" sldId="274"/>
            <ac:spMk id="3" creationId="{00000000-0000-0000-0000-000000000000}"/>
          </ac:spMkLst>
        </pc:spChg>
        <pc:spChg chg="del mod">
          <ac:chgData name="Shubham Kuiri" userId="6e998787ffb65f0c" providerId="LiveId" clId="{992E50E2-4F0C-4A63-A5EC-F4DFDA4F1202}" dt="2026-09-14T13:33:56.720" v="548" actId="478"/>
          <ac:spMkLst>
            <pc:docMk/>
            <pc:sldMk cId="0" sldId="274"/>
            <ac:spMk id="4" creationId="{00000000-0000-0000-0000-000000000000}"/>
          </ac:spMkLst>
        </pc:spChg>
        <pc:spChg chg="del mod">
          <ac:chgData name="Shubham Kuiri" userId="6e998787ffb65f0c" providerId="LiveId" clId="{992E50E2-4F0C-4A63-A5EC-F4DFDA4F1202}" dt="2026-09-14T13:33:43.334" v="539" actId="478"/>
          <ac:spMkLst>
            <pc:docMk/>
            <pc:sldMk cId="0" sldId="274"/>
            <ac:spMk id="5" creationId="{00000000-0000-0000-0000-000000000000}"/>
          </ac:spMkLst>
        </pc:spChg>
        <pc:spChg chg="del mod">
          <ac:chgData name="Shubham Kuiri" userId="6e998787ffb65f0c" providerId="LiveId" clId="{992E50E2-4F0C-4A63-A5EC-F4DFDA4F1202}" dt="2026-09-14T13:33:45.768" v="541" actId="478"/>
          <ac:spMkLst>
            <pc:docMk/>
            <pc:sldMk cId="0" sldId="274"/>
            <ac:spMk id="6" creationId="{00000000-0000-0000-0000-000000000000}"/>
          </ac:spMkLst>
        </pc:spChg>
        <pc:spChg chg="del">
          <ac:chgData name="Shubham Kuiri" userId="6e998787ffb65f0c" providerId="LiveId" clId="{992E50E2-4F0C-4A63-A5EC-F4DFDA4F1202}" dt="2026-09-14T13:34:04.746" v="554" actId="478"/>
          <ac:spMkLst>
            <pc:docMk/>
            <pc:sldMk cId="0" sldId="274"/>
            <ac:spMk id="7" creationId="{00000000-0000-0000-0000-000000000000}"/>
          </ac:spMkLst>
        </pc:spChg>
        <pc:spChg chg="del mod">
          <ac:chgData name="Shubham Kuiri" userId="6e998787ffb65f0c" providerId="LiveId" clId="{992E50E2-4F0C-4A63-A5EC-F4DFDA4F1202}" dt="2026-09-14T13:33:47.333" v="542" actId="478"/>
          <ac:spMkLst>
            <pc:docMk/>
            <pc:sldMk cId="0" sldId="274"/>
            <ac:spMk id="8" creationId="{00000000-0000-0000-0000-000000000000}"/>
          </ac:spMkLst>
        </pc:spChg>
        <pc:spChg chg="del mod">
          <ac:chgData name="Shubham Kuiri" userId="6e998787ffb65f0c" providerId="LiveId" clId="{992E50E2-4F0C-4A63-A5EC-F4DFDA4F1202}" dt="2026-09-14T13:33:48.635" v="543" actId="478"/>
          <ac:spMkLst>
            <pc:docMk/>
            <pc:sldMk cId="0" sldId="274"/>
            <ac:spMk id="9" creationId="{00000000-0000-0000-0000-000000000000}"/>
          </ac:spMkLst>
        </pc:spChg>
        <pc:spChg chg="del">
          <ac:chgData name="Shubham Kuiri" userId="6e998787ffb65f0c" providerId="LiveId" clId="{992E50E2-4F0C-4A63-A5EC-F4DFDA4F1202}" dt="2026-09-14T13:33:54.834" v="546" actId="478"/>
          <ac:spMkLst>
            <pc:docMk/>
            <pc:sldMk cId="0" sldId="274"/>
            <ac:spMk id="10" creationId="{00000000-0000-0000-0000-000000000000}"/>
          </ac:spMkLst>
        </pc:spChg>
        <pc:spChg chg="del mod">
          <ac:chgData name="Shubham Kuiri" userId="6e998787ffb65f0c" providerId="LiveId" clId="{992E50E2-4F0C-4A63-A5EC-F4DFDA4F1202}" dt="2026-09-14T13:33:53.614" v="545" actId="478"/>
          <ac:spMkLst>
            <pc:docMk/>
            <pc:sldMk cId="0" sldId="274"/>
            <ac:spMk id="11" creationId="{00000000-0000-0000-0000-000000000000}"/>
          </ac:spMkLst>
        </pc:spChg>
        <pc:spChg chg="del mod">
          <ac:chgData name="Shubham Kuiri" userId="6e998787ffb65f0c" providerId="LiveId" clId="{992E50E2-4F0C-4A63-A5EC-F4DFDA4F1202}" dt="2026-09-14T13:33:51.006" v="544" actId="478"/>
          <ac:spMkLst>
            <pc:docMk/>
            <pc:sldMk cId="0" sldId="274"/>
            <ac:spMk id="12" creationId="{00000000-0000-0000-0000-000000000000}"/>
          </ac:spMkLst>
        </pc:spChg>
        <pc:spChg chg="del">
          <ac:chgData name="Shubham Kuiri" userId="6e998787ffb65f0c" providerId="LiveId" clId="{992E50E2-4F0C-4A63-A5EC-F4DFDA4F1202}" dt="2026-09-14T13:33:55.941" v="547" actId="478"/>
          <ac:spMkLst>
            <pc:docMk/>
            <pc:sldMk cId="0" sldId="274"/>
            <ac:spMk id="13" creationId="{00000000-0000-0000-0000-000000000000}"/>
          </ac:spMkLst>
        </pc:spChg>
        <pc:spChg chg="del mod">
          <ac:chgData name="Shubham Kuiri" userId="6e998787ffb65f0c" providerId="LiveId" clId="{992E50E2-4F0C-4A63-A5EC-F4DFDA4F1202}" dt="2026-09-14T13:33:58.491" v="549" actId="478"/>
          <ac:spMkLst>
            <pc:docMk/>
            <pc:sldMk cId="0" sldId="274"/>
            <ac:spMk id="14" creationId="{00000000-0000-0000-0000-000000000000}"/>
          </ac:spMkLst>
        </pc:spChg>
        <pc:spChg chg="del mod">
          <ac:chgData name="Shubham Kuiri" userId="6e998787ffb65f0c" providerId="LiveId" clId="{992E50E2-4F0C-4A63-A5EC-F4DFDA4F1202}" dt="2026-09-14T13:34:02.193" v="552" actId="478"/>
          <ac:spMkLst>
            <pc:docMk/>
            <pc:sldMk cId="0" sldId="274"/>
            <ac:spMk id="15" creationId="{00000000-0000-0000-0000-000000000000}"/>
          </ac:spMkLst>
        </pc:spChg>
        <pc:spChg chg="del">
          <ac:chgData name="Shubham Kuiri" userId="6e998787ffb65f0c" providerId="LiveId" clId="{992E50E2-4F0C-4A63-A5EC-F4DFDA4F1202}" dt="2026-09-14T13:34:00.713" v="551" actId="478"/>
          <ac:spMkLst>
            <pc:docMk/>
            <pc:sldMk cId="0" sldId="274"/>
            <ac:spMk id="16" creationId="{00000000-0000-0000-0000-000000000000}"/>
          </ac:spMkLst>
        </pc:spChg>
        <pc:spChg chg="del mod">
          <ac:chgData name="Shubham Kuiri" userId="6e998787ffb65f0c" providerId="LiveId" clId="{992E50E2-4F0C-4A63-A5EC-F4DFDA4F1202}" dt="2026-09-14T13:33:59.695" v="550" actId="478"/>
          <ac:spMkLst>
            <pc:docMk/>
            <pc:sldMk cId="0" sldId="274"/>
            <ac:spMk id="17" creationId="{00000000-0000-0000-0000-000000000000}"/>
          </ac:spMkLst>
        </pc:spChg>
        <pc:spChg chg="del mod">
          <ac:chgData name="Shubham Kuiri" userId="6e998787ffb65f0c" providerId="LiveId" clId="{992E50E2-4F0C-4A63-A5EC-F4DFDA4F1202}" dt="2026-09-14T13:34:03.293" v="553" actId="478"/>
          <ac:spMkLst>
            <pc:docMk/>
            <pc:sldMk cId="0" sldId="274"/>
            <ac:spMk id="18" creationId="{00000000-0000-0000-0000-000000000000}"/>
          </ac:spMkLst>
        </pc:spChg>
        <pc:spChg chg="mod">
          <ac:chgData name="Shubham Kuiri" userId="6e998787ffb65f0c" providerId="LiveId" clId="{992E50E2-4F0C-4A63-A5EC-F4DFDA4F1202}" dt="2026-09-14T13:51:16.619" v="670" actId="20577"/>
          <ac:spMkLst>
            <pc:docMk/>
            <pc:sldMk cId="0" sldId="274"/>
            <ac:spMk id="19" creationId="{00000000-0000-0000-0000-000000000000}"/>
          </ac:spMkLst>
        </pc:spChg>
        <pc:spChg chg="mod">
          <ac:chgData name="Shubham Kuiri" userId="6e998787ffb65f0c" providerId="LiveId" clId="{992E50E2-4F0C-4A63-A5EC-F4DFDA4F1202}" dt="2026-09-12T10:39:10.188" v="425" actId="1076"/>
          <ac:spMkLst>
            <pc:docMk/>
            <pc:sldMk cId="0" sldId="274"/>
            <ac:spMk id="20" creationId="{00000000-0000-0000-0000-000000000000}"/>
          </ac:spMkLst>
        </pc:spChg>
        <pc:spChg chg="add mod ord">
          <ac:chgData name="Shubham Kuiri" userId="6e998787ffb65f0c" providerId="LiveId" clId="{992E50E2-4F0C-4A63-A5EC-F4DFDA4F1202}" dt="2026-09-14T13:46:09.553" v="630" actId="207"/>
          <ac:spMkLst>
            <pc:docMk/>
            <pc:sldMk cId="0" sldId="274"/>
            <ac:spMk id="23" creationId="{619884AC-EF2C-84ED-02BA-B6E8B7D10DCA}"/>
          </ac:spMkLst>
        </pc:spChg>
        <pc:picChg chg="add mod">
          <ac:chgData name="Shubham Kuiri" userId="6e998787ffb65f0c" providerId="LiveId" clId="{992E50E2-4F0C-4A63-A5EC-F4DFDA4F1202}" dt="2026-09-14T13:46:34.801" v="636" actId="1076"/>
          <ac:picMkLst>
            <pc:docMk/>
            <pc:sldMk cId="0" sldId="274"/>
            <ac:picMk id="22" creationId="{A5C12A23-6D44-E289-205F-B24A155CAB79}"/>
          </ac:picMkLst>
        </pc:picChg>
      </pc:sldChg>
      <pc:sldChg chg="modSp add mod">
        <pc:chgData name="Shubham Kuiri" userId="6e998787ffb65f0c" providerId="LiveId" clId="{992E50E2-4F0C-4A63-A5EC-F4DFDA4F1202}" dt="2026-09-14T14:01:21.135" v="672" actId="20577"/>
        <pc:sldMkLst>
          <pc:docMk/>
          <pc:sldMk cId="777712906" sldId="275"/>
        </pc:sldMkLst>
        <pc:spChg chg="mod">
          <ac:chgData name="Shubham Kuiri" userId="6e998787ffb65f0c" providerId="LiveId" clId="{992E50E2-4F0C-4A63-A5EC-F4DFDA4F1202}" dt="2026-09-14T14:01:21.135" v="672" actId="20577"/>
          <ac:spMkLst>
            <pc:docMk/>
            <pc:sldMk cId="777712906" sldId="275"/>
            <ac:spMk id="6" creationId="{45C23E31-42BC-0B50-EDB1-065C609B9CB7}"/>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Control</c:v>
                </c:pt>
              </c:strCache>
            </c:strRef>
          </c:tx>
          <c:spPr>
            <a:solidFill>
              <a:srgbClr val="8CA0B3"/>
            </a:solidFill>
            <a:effectLst/>
          </c:spPr>
          <c:invertIfNegative val="0"/>
          <c:dLbls>
            <c:numFmt formatCode="0&quot;%&quot;" sourceLinked="0"/>
            <c:spPr>
              <a:noFill/>
              <a:ln>
                <a:noFill/>
              </a:ln>
              <a:effectLst/>
            </c:spPr>
            <c:txPr>
              <a:bodyPr/>
              <a:lstStyle/>
              <a:p>
                <a:pPr>
                  <a:defRPr sz="90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Sheet1!$B$2:$B$4</c:f>
              <c:numCache>
                <c:formatCode>General</c:formatCode>
                <c:ptCount val="3"/>
                <c:pt idx="0">
                  <c:v>55.57</c:v>
                </c:pt>
                <c:pt idx="1">
                  <c:v>9.5</c:v>
                </c:pt>
                <c:pt idx="2">
                  <c:v>34.93</c:v>
                </c:pt>
              </c:numCache>
            </c:numRef>
          </c:val>
          <c:extLst>
            <c:ext xmlns:c16="http://schemas.microsoft.com/office/drawing/2014/chart" uri="{C3380CC4-5D6E-409C-BE32-E72D297353CC}">
              <c16:uniqueId val="{00000000-9771-45CB-9E3D-2066CE8166DF}"/>
            </c:ext>
          </c:extLst>
        </c:ser>
        <c:ser>
          <c:idx val="1"/>
          <c:order val="1"/>
          <c:tx>
            <c:strRef>
              <c:f>Sheet1!$C$1</c:f>
              <c:strCache>
                <c:ptCount val="1"/>
                <c:pt idx="0">
                  <c:v>Treatment</c:v>
                </c:pt>
              </c:strCache>
            </c:strRef>
          </c:tx>
          <c:spPr>
            <a:solidFill>
              <a:srgbClr val="1D9BF0"/>
            </a:solidFill>
            <a:effectLst/>
          </c:spPr>
          <c:invertIfNegative val="0"/>
          <c:dLbls>
            <c:numFmt formatCode="0&quot;%&quot;" sourceLinked="0"/>
            <c:spPr>
              <a:noFill/>
              <a:ln>
                <a:noFill/>
              </a:ln>
              <a:effectLst/>
            </c:spPr>
            <c:txPr>
              <a:bodyPr/>
              <a:lstStyle/>
              <a:p>
                <a:pPr>
                  <a:defRPr sz="90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Sheet1!$C$2:$C$4</c:f>
              <c:numCache>
                <c:formatCode>General</c:formatCode>
                <c:ptCount val="3"/>
                <c:pt idx="0">
                  <c:v>59.48</c:v>
                </c:pt>
                <c:pt idx="1">
                  <c:v>8.94</c:v>
                </c:pt>
                <c:pt idx="2">
                  <c:v>31.59</c:v>
                </c:pt>
              </c:numCache>
            </c:numRef>
          </c:val>
          <c:extLst>
            <c:ext xmlns:c16="http://schemas.microsoft.com/office/drawing/2014/chart" uri="{C3380CC4-5D6E-409C-BE32-E72D297353CC}">
              <c16:uniqueId val="{00000001-9771-45CB-9E3D-2066CE8166D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F0"/>
            </a:solidFill>
            <a:prstDash val="solid"/>
            <a:round/>
          </a:ln>
        </c:spPr>
        <c:txPr>
          <a:bodyPr/>
          <a:lstStyle/>
          <a:p>
            <a:pPr>
              <a:defRPr sz="110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Overspend rate</c:v>
                </c:pt>
              </c:strCache>
            </c:strRef>
          </c:tx>
          <c:spPr>
            <a:solidFill>
              <a:srgbClr val="8CA0B3"/>
            </a:solidFill>
            <a:effectLst/>
          </c:spPr>
          <c:invertIfNegative val="0"/>
          <c:dPt>
            <c:idx val="0"/>
            <c:invertIfNegative val="0"/>
            <c:bubble3D val="0"/>
            <c:extLst>
              <c:ext xmlns:c16="http://schemas.microsoft.com/office/drawing/2014/chart" uri="{C3380CC4-5D6E-409C-BE32-E72D297353CC}">
                <c16:uniqueId val="{00000001-5AB8-4F1F-8CB1-C6760EED597E}"/>
              </c:ext>
            </c:extLst>
          </c:dPt>
          <c:dPt>
            <c:idx val="1"/>
            <c:invertIfNegative val="0"/>
            <c:bubble3D val="0"/>
            <c:spPr>
              <a:solidFill>
                <a:srgbClr val="1D9BF0"/>
              </a:solidFill>
              <a:effectLst/>
            </c:spPr>
            <c:extLst>
              <c:ext xmlns:c16="http://schemas.microsoft.com/office/drawing/2014/chart" uri="{C3380CC4-5D6E-409C-BE32-E72D297353CC}">
                <c16:uniqueId val="{00000003-5AB8-4F1F-8CB1-C6760EED597E}"/>
              </c:ext>
            </c:extLst>
          </c:dPt>
          <c:dLbls>
            <c:numFmt formatCode="0.0&quot;%&quot;" sourceLinked="0"/>
            <c:spPr>
              <a:noFill/>
              <a:ln>
                <a:noFill/>
              </a:ln>
              <a:effectLst/>
            </c:spPr>
            <c:txPr>
              <a:bodyPr/>
              <a:lstStyle/>
              <a:p>
                <a:pPr>
                  <a:defRPr sz="1400" b="1"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Control</c:v>
                </c:pt>
                <c:pt idx="1">
                  <c:v>Treatment</c:v>
                </c:pt>
              </c:strCache>
            </c:strRef>
          </c:cat>
          <c:val>
            <c:numRef>
              <c:f>Sheet1!$B$2:$B$3</c:f>
              <c:numCache>
                <c:formatCode>General</c:formatCode>
                <c:ptCount val="2"/>
                <c:pt idx="0">
                  <c:v>73.916979180137076</c:v>
                </c:pt>
                <c:pt idx="1">
                  <c:v>66.916419067303963</c:v>
                </c:pt>
              </c:numCache>
            </c:numRef>
          </c:val>
          <c:extLst>
            <c:ext xmlns:c16="http://schemas.microsoft.com/office/drawing/2014/chart" uri="{C3380CC4-5D6E-409C-BE32-E72D297353CC}">
              <c16:uniqueId val="{00000004-5AB8-4F1F-8CB1-C6760EED597E}"/>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F0"/>
            </a:solidFill>
            <a:prstDash val="solid"/>
            <a:round/>
          </a:ln>
        </c:spPr>
        <c:txPr>
          <a:bodyPr/>
          <a:lstStyle/>
          <a:p>
            <a:pPr>
              <a:defRPr sz="1300" b="1" i="0" u="none" strike="noStrike">
                <a:solidFill>
                  <a:srgbClr val="1B2735"/>
                </a:solidFill>
                <a:latin typeface="Arial"/>
              </a:defRPr>
            </a:pPr>
            <a:endParaRPr lang="en-US"/>
          </a:p>
        </c:txPr>
        <c:crossAx val="2094734552"/>
        <c:crosses val="autoZero"/>
        <c:auto val="1"/>
        <c:lblAlgn val="ctr"/>
        <c:lblOffset val="100"/>
        <c:noMultiLvlLbl val="1"/>
      </c:catAx>
      <c:valAx>
        <c:axId val="2094734552"/>
        <c:scaling>
          <c:orientation val="minMax"/>
          <c:max val="9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Control</c:v>
                </c:pt>
              </c:strCache>
            </c:strRef>
          </c:tx>
          <c:spPr>
            <a:solidFill>
              <a:srgbClr val="8CA0B3"/>
            </a:solidFill>
            <a:effectLst/>
          </c:spPr>
          <c:invertIfNegative val="0"/>
          <c:dLbls>
            <c:numFmt formatCode="0&quot;%&quot;" sourceLinked="0"/>
            <c:spPr>
              <a:noFill/>
              <a:ln>
                <a:noFill/>
              </a:ln>
              <a:effectLst/>
            </c:spPr>
            <c:txPr>
              <a:bodyPr/>
              <a:lstStyle/>
              <a:p>
                <a:pPr>
                  <a:defRPr sz="105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Sheet1!$B$2:$B$4</c:f>
              <c:numCache>
                <c:formatCode>General</c:formatCode>
                <c:ptCount val="3"/>
                <c:pt idx="0">
                  <c:v>78.868978356993253</c:v>
                </c:pt>
                <c:pt idx="1">
                  <c:v>61.496598639455783</c:v>
                </c:pt>
                <c:pt idx="2">
                  <c:v>69.418733802295449</c:v>
                </c:pt>
              </c:numCache>
            </c:numRef>
          </c:val>
          <c:extLst>
            <c:ext xmlns:c16="http://schemas.microsoft.com/office/drawing/2014/chart" uri="{C3380CC4-5D6E-409C-BE32-E72D297353CC}">
              <c16:uniqueId val="{00000000-16B3-4DAA-A572-F0A41BB0767F}"/>
            </c:ext>
          </c:extLst>
        </c:ser>
        <c:ser>
          <c:idx val="1"/>
          <c:order val="1"/>
          <c:tx>
            <c:strRef>
              <c:f>Sheet1!$C$1</c:f>
              <c:strCache>
                <c:ptCount val="1"/>
                <c:pt idx="0">
                  <c:v>Treatment</c:v>
                </c:pt>
              </c:strCache>
            </c:strRef>
          </c:tx>
          <c:spPr>
            <a:solidFill>
              <a:srgbClr val="1D9BF0"/>
            </a:solidFill>
            <a:effectLst/>
          </c:spPr>
          <c:invertIfNegative val="0"/>
          <c:dLbls>
            <c:numFmt formatCode="0&quot;%&quot;" sourceLinked="0"/>
            <c:spPr>
              <a:noFill/>
              <a:ln>
                <a:noFill/>
              </a:ln>
              <a:effectLst/>
            </c:spPr>
            <c:txPr>
              <a:bodyPr/>
              <a:lstStyle/>
              <a:p>
                <a:pPr>
                  <a:defRPr sz="105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Sheet1!$C$2:$C$4</c:f>
              <c:numCache>
                <c:formatCode>General</c:formatCode>
                <c:ptCount val="3"/>
                <c:pt idx="0">
                  <c:v>70.851433536055609</c:v>
                </c:pt>
                <c:pt idx="1">
                  <c:v>59.826589595375722</c:v>
                </c:pt>
                <c:pt idx="2">
                  <c:v>61.513292433537835</c:v>
                </c:pt>
              </c:numCache>
            </c:numRef>
          </c:val>
          <c:extLst>
            <c:ext xmlns:c16="http://schemas.microsoft.com/office/drawing/2014/chart" uri="{C3380CC4-5D6E-409C-BE32-E72D297353CC}">
              <c16:uniqueId val="{00000001-16B3-4DAA-A572-F0A41BB0767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F0"/>
            </a:solidFill>
            <a:prstDash val="solid"/>
            <a:round/>
          </a:ln>
        </c:spPr>
        <c:txPr>
          <a:bodyPr/>
          <a:lstStyle/>
          <a:p>
            <a:pPr>
              <a:defRPr sz="1250" b="1" i="0" u="none" strike="noStrike">
                <a:solidFill>
                  <a:srgbClr val="1B2735"/>
                </a:solidFill>
                <a:latin typeface="Arial"/>
              </a:defRPr>
            </a:pPr>
            <a:endParaRPr lang="en-US"/>
          </a:p>
        </c:txPr>
        <c:crossAx val="2094734552"/>
        <c:crosses val="autoZero"/>
        <c:auto val="1"/>
        <c:lblAlgn val="ctr"/>
        <c:lblOffset val="100"/>
        <c:noMultiLvlLbl val="1"/>
      </c:catAx>
      <c:valAx>
        <c:axId val="2094734552"/>
        <c:scaling>
          <c:orientation val="minMax"/>
          <c:max val="95"/>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Control</c:v>
                </c:pt>
              </c:strCache>
            </c:strRef>
          </c:tx>
          <c:spPr>
            <a:solidFill>
              <a:srgbClr val="8CA0B3"/>
            </a:solidFill>
            <a:effectLst/>
          </c:spPr>
          <c:invertIfNegative val="0"/>
          <c:dLbls>
            <c:numFmt formatCode="0.0&quot;%&quot;" sourceLinked="0"/>
            <c:spPr>
              <a:noFill/>
              <a:ln>
                <a:noFill/>
              </a:ln>
              <a:effectLst/>
            </c:spPr>
            <c:txPr>
              <a:bodyPr/>
              <a:lstStyle/>
              <a:p>
                <a:pPr>
                  <a:defRPr sz="115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Mean</c:v>
                </c:pt>
                <c:pt idx="1">
                  <c:v>Median</c:v>
                </c:pt>
              </c:strCache>
            </c:strRef>
          </c:cat>
          <c:val>
            <c:numRef>
              <c:f>Sheet1!$B$2:$B$3</c:f>
              <c:numCache>
                <c:formatCode>General</c:formatCode>
                <c:ptCount val="2"/>
                <c:pt idx="0">
                  <c:v>25.323</c:v>
                </c:pt>
                <c:pt idx="1">
                  <c:v>6.4550000000000001</c:v>
                </c:pt>
              </c:numCache>
            </c:numRef>
          </c:val>
          <c:extLst>
            <c:ext xmlns:c16="http://schemas.microsoft.com/office/drawing/2014/chart" uri="{C3380CC4-5D6E-409C-BE32-E72D297353CC}">
              <c16:uniqueId val="{00000000-8ADE-4D81-9739-26FBBD35B195}"/>
            </c:ext>
          </c:extLst>
        </c:ser>
        <c:ser>
          <c:idx val="1"/>
          <c:order val="1"/>
          <c:tx>
            <c:strRef>
              <c:f>Sheet1!$C$1</c:f>
              <c:strCache>
                <c:ptCount val="1"/>
                <c:pt idx="0">
                  <c:v>Treatment</c:v>
                </c:pt>
              </c:strCache>
            </c:strRef>
          </c:tx>
          <c:spPr>
            <a:solidFill>
              <a:srgbClr val="1D9BF0"/>
            </a:solidFill>
            <a:effectLst/>
          </c:spPr>
          <c:invertIfNegative val="0"/>
          <c:dLbls>
            <c:numFmt formatCode="0.0&quot;%&quot;" sourceLinked="0"/>
            <c:spPr>
              <a:noFill/>
              <a:ln>
                <a:noFill/>
              </a:ln>
              <a:effectLst/>
            </c:spPr>
            <c:txPr>
              <a:bodyPr/>
              <a:lstStyle/>
              <a:p>
                <a:pPr>
                  <a:defRPr sz="115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Mean</c:v>
                </c:pt>
                <c:pt idx="1">
                  <c:v>Median</c:v>
                </c:pt>
              </c:strCache>
            </c:strRef>
          </c:cat>
          <c:val>
            <c:numRef>
              <c:f>Sheet1!$C$2:$C$3</c:f>
              <c:numCache>
                <c:formatCode>General</c:formatCode>
                <c:ptCount val="2"/>
                <c:pt idx="0">
                  <c:v>17.606000000000002</c:v>
                </c:pt>
                <c:pt idx="1">
                  <c:v>4.6260000000000003</c:v>
                </c:pt>
              </c:numCache>
            </c:numRef>
          </c:val>
          <c:extLst>
            <c:ext xmlns:c16="http://schemas.microsoft.com/office/drawing/2014/chart" uri="{C3380CC4-5D6E-409C-BE32-E72D297353CC}">
              <c16:uniqueId val="{00000001-8ADE-4D81-9739-26FBBD35B19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F0"/>
            </a:solidFill>
            <a:prstDash val="solid"/>
            <a:round/>
          </a:ln>
        </c:spPr>
        <c:txPr>
          <a:bodyPr/>
          <a:lstStyle/>
          <a:p>
            <a:pPr>
              <a:defRPr sz="1300" b="1" i="0" u="none" strike="noStrike">
                <a:solidFill>
                  <a:srgbClr val="1B2735"/>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4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Control</c:v>
                </c:pt>
              </c:strCache>
            </c:strRef>
          </c:tx>
          <c:spPr>
            <a:solidFill>
              <a:srgbClr val="8CA0B3"/>
            </a:solidFill>
            <a:effectLst/>
          </c:spPr>
          <c:invertIfNegative val="0"/>
          <c:dLbls>
            <c:numFmt formatCode="0.0&quot;%&quot;" sourceLinked="0"/>
            <c:spPr>
              <a:noFill/>
              <a:ln>
                <a:noFill/>
              </a:ln>
              <a:effectLst/>
            </c:spPr>
            <c:txPr>
              <a:bodyPr/>
              <a:lstStyle/>
              <a:p>
                <a:pPr>
                  <a:defRPr sz="105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Sheet1!$B$2:$B$4</c:f>
              <c:numCache>
                <c:formatCode>General</c:formatCode>
                <c:ptCount val="3"/>
                <c:pt idx="0">
                  <c:v>37.06</c:v>
                </c:pt>
                <c:pt idx="1">
                  <c:v>4.5599999999999996</c:v>
                </c:pt>
                <c:pt idx="2">
                  <c:v>12.29</c:v>
                </c:pt>
              </c:numCache>
            </c:numRef>
          </c:val>
          <c:extLst>
            <c:ext xmlns:c16="http://schemas.microsoft.com/office/drawing/2014/chart" uri="{C3380CC4-5D6E-409C-BE32-E72D297353CC}">
              <c16:uniqueId val="{00000000-E8E8-4A2F-A62E-CBF900D0E582}"/>
            </c:ext>
          </c:extLst>
        </c:ser>
        <c:ser>
          <c:idx val="1"/>
          <c:order val="1"/>
          <c:tx>
            <c:strRef>
              <c:f>Sheet1!$C$1</c:f>
              <c:strCache>
                <c:ptCount val="1"/>
                <c:pt idx="0">
                  <c:v>Treatment</c:v>
                </c:pt>
              </c:strCache>
            </c:strRef>
          </c:tx>
          <c:spPr>
            <a:solidFill>
              <a:srgbClr val="1D9BF0"/>
            </a:solidFill>
            <a:effectLst/>
          </c:spPr>
          <c:invertIfNegative val="0"/>
          <c:dLbls>
            <c:numFmt formatCode="0.0&quot;%&quot;" sourceLinked="0"/>
            <c:spPr>
              <a:noFill/>
              <a:ln>
                <a:noFill/>
              </a:ln>
              <a:effectLst/>
            </c:spPr>
            <c:txPr>
              <a:bodyPr/>
              <a:lstStyle/>
              <a:p>
                <a:pPr>
                  <a:defRPr sz="1050" b="0"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Sheet1!$C$2:$C$4</c:f>
              <c:numCache>
                <c:formatCode>General</c:formatCode>
                <c:ptCount val="3"/>
                <c:pt idx="0">
                  <c:v>27.1</c:v>
                </c:pt>
                <c:pt idx="1">
                  <c:v>5.14</c:v>
                </c:pt>
                <c:pt idx="2">
                  <c:v>3.26</c:v>
                </c:pt>
              </c:numCache>
            </c:numRef>
          </c:val>
          <c:extLst>
            <c:ext xmlns:c16="http://schemas.microsoft.com/office/drawing/2014/chart" uri="{C3380CC4-5D6E-409C-BE32-E72D297353CC}">
              <c16:uniqueId val="{00000001-E8E8-4A2F-A62E-CBF900D0E58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F0"/>
            </a:solidFill>
            <a:prstDash val="solid"/>
            <a:round/>
          </a:ln>
        </c:spPr>
        <c:txPr>
          <a:bodyPr/>
          <a:lstStyle/>
          <a:p>
            <a:pPr>
              <a:defRPr sz="1250" b="1" i="0" u="none" strike="noStrike">
                <a:solidFill>
                  <a:srgbClr val="1B2735"/>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400"/>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of budget spent</c:v>
                </c:pt>
              </c:strCache>
            </c:strRef>
          </c:tx>
          <c:spPr>
            <a:solidFill>
              <a:srgbClr val="8CA0B3"/>
            </a:solidFill>
            <a:effectLst/>
          </c:spPr>
          <c:invertIfNegative val="0"/>
          <c:dPt>
            <c:idx val="0"/>
            <c:invertIfNegative val="0"/>
            <c:bubble3D val="0"/>
            <c:extLst>
              <c:ext xmlns:c16="http://schemas.microsoft.com/office/drawing/2014/chart" uri="{C3380CC4-5D6E-409C-BE32-E72D297353CC}">
                <c16:uniqueId val="{00000001-359D-4593-AF26-841269319A5A}"/>
              </c:ext>
            </c:extLst>
          </c:dPt>
          <c:dPt>
            <c:idx val="1"/>
            <c:invertIfNegative val="0"/>
            <c:bubble3D val="0"/>
            <c:spPr>
              <a:solidFill>
                <a:srgbClr val="1D9BF0"/>
              </a:solidFill>
              <a:effectLst/>
            </c:spPr>
            <c:extLst>
              <c:ext xmlns:c16="http://schemas.microsoft.com/office/drawing/2014/chart" uri="{C3380CC4-5D6E-409C-BE32-E72D297353CC}">
                <c16:uniqueId val="{00000003-359D-4593-AF26-841269319A5A}"/>
              </c:ext>
            </c:extLst>
          </c:dPt>
          <c:dLbls>
            <c:numFmt formatCode="0.0&quot;%&quot;" sourceLinked="0"/>
            <c:spPr>
              <a:noFill/>
              <a:ln>
                <a:noFill/>
              </a:ln>
              <a:effectLst/>
            </c:spPr>
            <c:txPr>
              <a:bodyPr/>
              <a:lstStyle/>
              <a:p>
                <a:pPr>
                  <a:defRPr sz="1400" b="1" i="0" u="none" strike="noStrike">
                    <a:solidFill>
                      <a:srgbClr val="1B273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Control</c:v>
                </c:pt>
                <c:pt idx="1">
                  <c:v>Treatment</c:v>
                </c:pt>
              </c:strCache>
            </c:strRef>
          </c:cat>
          <c:val>
            <c:numRef>
              <c:f>Sheet1!$B$2:$B$3</c:f>
              <c:numCache>
                <c:formatCode>General</c:formatCode>
                <c:ptCount val="2"/>
                <c:pt idx="0">
                  <c:v>125.32</c:v>
                </c:pt>
                <c:pt idx="1">
                  <c:v>117.61</c:v>
                </c:pt>
              </c:numCache>
            </c:numRef>
          </c:val>
          <c:extLst>
            <c:ext xmlns:c16="http://schemas.microsoft.com/office/drawing/2014/chart" uri="{C3380CC4-5D6E-409C-BE32-E72D297353CC}">
              <c16:uniqueId val="{00000004-359D-4593-AF26-841269319A5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FE7F0"/>
            </a:solidFill>
            <a:prstDash val="solid"/>
            <a:round/>
          </a:ln>
        </c:spPr>
        <c:txPr>
          <a:bodyPr/>
          <a:lstStyle/>
          <a:p>
            <a:pPr>
              <a:defRPr sz="1300" b="1" i="0" u="none" strike="noStrike">
                <a:solidFill>
                  <a:srgbClr val="1B2735"/>
                </a:solidFill>
                <a:latin typeface="Arial"/>
              </a:defRPr>
            </a:pPr>
            <a:endParaRPr lang="en-US"/>
          </a:p>
        </c:txPr>
        <c:crossAx val="2094734552"/>
        <c:crosses val="autoZero"/>
        <c:auto val="1"/>
        <c:lblAlgn val="ctr"/>
        <c:lblOffset val="100"/>
        <c:noMultiLvlLbl val="1"/>
      </c:catAx>
      <c:valAx>
        <c:axId val="2094734552"/>
        <c:scaling>
          <c:orientation val="minMax"/>
          <c:max val="14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34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3561-F5CE-099C-1C6B-181F42324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30393-04AB-4D33-D499-DE23AAA88C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EA7D26D-ADC6-E2AF-E17E-033BF2128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7FF0D6-FCDF-AFDB-2EC9-CA6D079B225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03372297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bg>
      <p:bgRef idx="1003">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EC39C5-355F-F99C-2463-301DB043A54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000"/>
                    </a14:imgEffect>
                    <a14:imgEffect>
                      <a14:colorTemperature colorTemp="6700"/>
                    </a14:imgEffect>
                    <a14:imgEffect>
                      <a14:saturation sat="102000"/>
                    </a14:imgEffect>
                    <a14:imgEffect>
                      <a14:brightnessContrast bright="24000" contrast="100000"/>
                    </a14:imgEffect>
                  </a14:imgLayer>
                </a14:imgProps>
              </a:ext>
            </a:extLst>
          </a:blip>
          <a:stretch>
            <a:fillRect/>
          </a:stretch>
        </p:blipFill>
        <p:spPr>
          <a:xfrm>
            <a:off x="11248007" y="488272"/>
            <a:ext cx="408373" cy="499516"/>
          </a:xfrm>
          <a:prstGeom prst="rect">
            <a:avLst/>
          </a:prstGeom>
          <a:effectLst>
            <a:glow>
              <a:schemeClr val="bg2">
                <a:alpha val="0"/>
              </a:schemeClr>
            </a:glow>
            <a:outerShdw blurRad="50800" dist="50800" dir="5400000" algn="ctr" rotWithShape="0">
              <a:srgbClr val="00B0F0"/>
            </a:outerShdw>
            <a:reflection endPos="0" dir="5400000" sy="-100000" algn="bl" rotWithShape="0"/>
            <a:softEdge rad="0"/>
          </a:effectLst>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4F7F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e.wikipedia.org/wiki/Twitter,_Inc."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0.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hyperlink" Target="https://drive.google.com/file/d/1iAHwMI4QMlz9toYbPjEvxIqBU89N2msI/view"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5">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8897112" y="-817753"/>
            <a:ext cx="4578930" cy="4579031"/>
          </a:xfrm>
          <a:prstGeom prst="ellipse">
            <a:avLst/>
          </a:prstGeom>
          <a:solidFill>
            <a:schemeClr val="accent5">
              <a:lumMod val="20000"/>
              <a:lumOff val="80000"/>
            </a:schemeClr>
          </a:solidFill>
          <a:ln/>
        </p:spPr>
        <p:txBody>
          <a:bodyPr/>
          <a:lstStyle/>
          <a:p>
            <a:endParaRPr lang="en-IN"/>
          </a:p>
        </p:txBody>
      </p:sp>
      <p:sp>
        <p:nvSpPr>
          <p:cNvPr id="3" name="Shape 1"/>
          <p:cNvSpPr/>
          <p:nvPr/>
        </p:nvSpPr>
        <p:spPr>
          <a:xfrm>
            <a:off x="9692640" y="3390311"/>
            <a:ext cx="3618300" cy="3566160"/>
          </a:xfrm>
          <a:prstGeom prst="ellipse">
            <a:avLst/>
          </a:prstGeom>
          <a:solidFill>
            <a:srgbClr val="0F2A47"/>
          </a:solidFill>
          <a:ln/>
        </p:spPr>
        <p:txBody>
          <a:bodyPr/>
          <a:lstStyle/>
          <a:p>
            <a:endParaRPr lang="en-IN"/>
          </a:p>
        </p:txBody>
      </p:sp>
      <p:sp>
        <p:nvSpPr>
          <p:cNvPr id="4" name="Shape 2"/>
          <p:cNvSpPr/>
          <p:nvPr/>
        </p:nvSpPr>
        <p:spPr>
          <a:xfrm>
            <a:off x="8897112" y="5074920"/>
            <a:ext cx="310896" cy="914400"/>
          </a:xfrm>
          <a:prstGeom prst="rect">
            <a:avLst/>
          </a:prstGeom>
          <a:solidFill>
            <a:srgbClr val="1D9BF0"/>
          </a:solidFill>
          <a:ln/>
        </p:spPr>
        <p:txBody>
          <a:bodyPr/>
          <a:lstStyle/>
          <a:p>
            <a:endParaRPr lang="en-IN"/>
          </a:p>
        </p:txBody>
      </p:sp>
      <p:sp>
        <p:nvSpPr>
          <p:cNvPr id="5" name="Shape 3"/>
          <p:cNvSpPr/>
          <p:nvPr/>
        </p:nvSpPr>
        <p:spPr>
          <a:xfrm>
            <a:off x="9449447" y="4456084"/>
            <a:ext cx="310896" cy="1554480"/>
          </a:xfrm>
          <a:prstGeom prst="rect">
            <a:avLst/>
          </a:prstGeom>
          <a:solidFill>
            <a:srgbClr val="8CA0B3"/>
          </a:solidFill>
          <a:ln/>
        </p:spPr>
        <p:txBody>
          <a:bodyPr/>
          <a:lstStyle/>
          <a:p>
            <a:endParaRPr lang="en-IN"/>
          </a:p>
        </p:txBody>
      </p:sp>
      <p:sp>
        <p:nvSpPr>
          <p:cNvPr id="6" name="Shape 4"/>
          <p:cNvSpPr/>
          <p:nvPr/>
        </p:nvSpPr>
        <p:spPr>
          <a:xfrm>
            <a:off x="10015728" y="4846320"/>
            <a:ext cx="310896" cy="1143000"/>
          </a:xfrm>
          <a:prstGeom prst="rect">
            <a:avLst/>
          </a:prstGeom>
          <a:solidFill>
            <a:srgbClr val="1D9BF0"/>
          </a:solidFill>
          <a:ln/>
        </p:spPr>
        <p:txBody>
          <a:bodyPr/>
          <a:lstStyle/>
          <a:p>
            <a:endParaRPr lang="en-IN"/>
          </a:p>
        </p:txBody>
      </p:sp>
      <p:sp>
        <p:nvSpPr>
          <p:cNvPr id="7" name="Shape 5"/>
          <p:cNvSpPr/>
          <p:nvPr/>
        </p:nvSpPr>
        <p:spPr>
          <a:xfrm>
            <a:off x="10582009" y="4114800"/>
            <a:ext cx="310896" cy="1920240"/>
          </a:xfrm>
          <a:prstGeom prst="rect">
            <a:avLst/>
          </a:prstGeom>
          <a:solidFill>
            <a:srgbClr val="8CA0B3"/>
          </a:solidFill>
          <a:ln/>
        </p:spPr>
        <p:txBody>
          <a:bodyPr/>
          <a:lstStyle/>
          <a:p>
            <a:endParaRPr lang="en-IN"/>
          </a:p>
        </p:txBody>
      </p:sp>
      <p:sp>
        <p:nvSpPr>
          <p:cNvPr id="8" name="Text 6"/>
          <p:cNvSpPr/>
          <p:nvPr/>
        </p:nvSpPr>
        <p:spPr>
          <a:xfrm>
            <a:off x="822960" y="1965960"/>
            <a:ext cx="7850446" cy="365760"/>
          </a:xfrm>
          <a:prstGeom prst="rect">
            <a:avLst/>
          </a:prstGeom>
          <a:solidFill>
            <a:schemeClr val="accent5">
              <a:lumMod val="60000"/>
              <a:lumOff val="40000"/>
            </a:schemeClr>
          </a:solidFill>
          <a:ln/>
        </p:spPr>
        <p:txBody>
          <a:bodyPr wrap="square" rtlCol="0" anchor="ctr"/>
          <a:lstStyle/>
          <a:p>
            <a:pPr marL="0" indent="0">
              <a:buNone/>
            </a:pPr>
            <a:r>
              <a:rPr lang="en-US" sz="1600" b="1" kern="0" spc="300" dirty="0">
                <a:solidFill>
                  <a:schemeClr val="tx1">
                    <a:lumMod val="65000"/>
                    <a:lumOff val="35000"/>
                  </a:schemeClr>
                </a:solidFill>
                <a:latin typeface="Bodoni MT" panose="02070603080606020203" pitchFamily="18" charset="0"/>
                <a:ea typeface="Calibri" pitchFamily="34" charset="-122"/>
                <a:cs typeface="Calibri" pitchFamily="34" charset="-120"/>
              </a:rPr>
              <a:t>AN EXPERIMENTATION &amp; STATISTICAL ANALYSIS REPORT</a:t>
            </a:r>
            <a:endParaRPr lang="en-US" sz="1600" dirty="0">
              <a:solidFill>
                <a:schemeClr val="tx1">
                  <a:lumMod val="65000"/>
                  <a:lumOff val="35000"/>
                </a:schemeClr>
              </a:solidFill>
              <a:latin typeface="Bodoni MT" panose="02070603080606020203" pitchFamily="18" charset="0"/>
            </a:endParaRPr>
          </a:p>
        </p:txBody>
      </p:sp>
      <p:sp>
        <p:nvSpPr>
          <p:cNvPr id="9" name="Text 7"/>
          <p:cNvSpPr/>
          <p:nvPr/>
        </p:nvSpPr>
        <p:spPr>
          <a:xfrm>
            <a:off x="777240" y="2377003"/>
            <a:ext cx="8869680" cy="13716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Twitter Overspending A/B Test</a:t>
            </a:r>
            <a:endParaRPr lang="en-US" sz="4400" dirty="0"/>
          </a:p>
        </p:txBody>
      </p:sp>
      <p:sp>
        <p:nvSpPr>
          <p:cNvPr id="10" name="Text 8"/>
          <p:cNvSpPr/>
          <p:nvPr/>
        </p:nvSpPr>
        <p:spPr>
          <a:xfrm>
            <a:off x="822960" y="3520440"/>
            <a:ext cx="8686800" cy="548640"/>
          </a:xfrm>
          <a:prstGeom prst="rect">
            <a:avLst/>
          </a:prstGeom>
          <a:noFill/>
          <a:ln/>
        </p:spPr>
        <p:txBody>
          <a:bodyPr wrap="square" rtlCol="0" anchor="ctr"/>
          <a:lstStyle/>
          <a:p>
            <a:pPr marL="0" indent="0">
              <a:buNone/>
            </a:pPr>
            <a:r>
              <a:rPr lang="en-US" sz="1800" i="1" dirty="0">
                <a:solidFill>
                  <a:srgbClr val="C7D8EA"/>
                </a:solidFill>
                <a:latin typeface="Calibri" pitchFamily="34" charset="0"/>
                <a:ea typeface="Calibri" pitchFamily="34" charset="-122"/>
                <a:cs typeface="Calibri" pitchFamily="34" charset="-120"/>
              </a:rPr>
              <a:t>Does impression-based pricing reduce advertiser overspend?</a:t>
            </a:r>
            <a:endParaRPr lang="en-US" sz="1800" dirty="0"/>
          </a:p>
        </p:txBody>
      </p:sp>
      <p:sp>
        <p:nvSpPr>
          <p:cNvPr id="11" name="Shape 9"/>
          <p:cNvSpPr/>
          <p:nvPr/>
        </p:nvSpPr>
        <p:spPr>
          <a:xfrm>
            <a:off x="822960" y="4343400"/>
            <a:ext cx="2011680" cy="0"/>
          </a:xfrm>
          <a:prstGeom prst="line">
            <a:avLst/>
          </a:prstGeom>
          <a:noFill/>
          <a:ln w="25400">
            <a:solidFill>
              <a:srgbClr val="1D9BF0"/>
            </a:solidFill>
            <a:prstDash val="solid"/>
          </a:ln>
        </p:spPr>
        <p:txBody>
          <a:bodyPr/>
          <a:lstStyle/>
          <a:p>
            <a:endParaRPr lang="en-IN"/>
          </a:p>
        </p:txBody>
      </p:sp>
      <p:sp>
        <p:nvSpPr>
          <p:cNvPr id="12" name="Text 10"/>
          <p:cNvSpPr/>
          <p:nvPr/>
        </p:nvSpPr>
        <p:spPr>
          <a:xfrm>
            <a:off x="822960" y="4892040"/>
            <a:ext cx="5273040" cy="1188720"/>
          </a:xfrm>
          <a:prstGeom prst="rect">
            <a:avLst/>
          </a:prstGeom>
          <a:noFill/>
          <a:ln/>
        </p:spPr>
        <p:txBody>
          <a:bodyPr wrap="square" rtlCol="0" anchor="ctr"/>
          <a:lstStyle/>
          <a:p>
            <a:pPr marL="0" indent="0">
              <a:lnSpc>
                <a:spcPts val="2400"/>
              </a:lnSpc>
              <a:buNone/>
            </a:pPr>
            <a:r>
              <a:rPr lang="en-US" sz="1600" dirty="0">
                <a:solidFill>
                  <a:srgbClr val="8FA6BE"/>
                </a:solidFill>
                <a:latin typeface="Calibri" pitchFamily="34" charset="0"/>
                <a:ea typeface="Calibri" pitchFamily="34" charset="-122"/>
                <a:cs typeface="Calibri" pitchFamily="34" charset="-120"/>
              </a:rPr>
              <a:t>Prepared by  </a:t>
            </a:r>
            <a:r>
              <a:rPr lang="en-US" sz="1600" b="1" dirty="0">
                <a:solidFill>
                  <a:srgbClr val="FFFFFF"/>
                </a:solidFill>
                <a:latin typeface="Calibri" pitchFamily="34" charset="0"/>
                <a:ea typeface="Calibri" pitchFamily="34" charset="-122"/>
                <a:cs typeface="Calibri" pitchFamily="34" charset="-120"/>
              </a:rPr>
              <a:t>Shubham Prasad Kuiri
</a:t>
            </a:r>
            <a:r>
              <a:rPr lang="en-US" sz="1600" dirty="0">
                <a:solidFill>
                  <a:srgbClr val="8FA6BE"/>
                </a:solidFill>
                <a:latin typeface="Calibri" pitchFamily="34" charset="0"/>
                <a:ea typeface="Calibri" pitchFamily="34" charset="-122"/>
                <a:cs typeface="Calibri" pitchFamily="34" charset="-120"/>
              </a:rPr>
              <a:t>Dataset  </a:t>
            </a:r>
            <a:r>
              <a:rPr lang="en-US" sz="1600" dirty="0">
                <a:solidFill>
                  <a:srgbClr val="FFFFFF"/>
                </a:solidFill>
                <a:latin typeface="Calibri" pitchFamily="34" charset="0"/>
                <a:ea typeface="Calibri" pitchFamily="34" charset="-122"/>
                <a:cs typeface="Calibri" pitchFamily="34" charset="-120"/>
              </a:rPr>
              <a:t>Twitter A_B testing.csv · 15,474 campaigns
</a:t>
            </a:r>
            <a:r>
              <a:rPr lang="en-US" sz="1600" dirty="0">
                <a:solidFill>
                  <a:srgbClr val="8FA6BE"/>
                </a:solidFill>
                <a:latin typeface="Calibri" pitchFamily="34" charset="0"/>
                <a:ea typeface="Calibri" pitchFamily="34" charset="-122"/>
                <a:cs typeface="Calibri" pitchFamily="34" charset="-120"/>
              </a:rPr>
              <a:t>Data Science &amp; Statistics Project</a:t>
            </a:r>
            <a:endParaRPr lang="en-US" sz="1600" dirty="0"/>
          </a:p>
        </p:txBody>
      </p:sp>
      <p:pic>
        <p:nvPicPr>
          <p:cNvPr id="14" name="Picture 13">
            <a:extLst>
              <a:ext uri="{FF2B5EF4-FFF2-40B4-BE49-F238E27FC236}">
                <a16:creationId xmlns:a16="http://schemas.microsoft.com/office/drawing/2014/main" id="{CA17CED4-ED33-7112-A5F4-B698F7DFB1F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583529" y="831089"/>
            <a:ext cx="2307856" cy="19022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THE CONTEXT</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A billing delay is quietly costing advertisers money</a:t>
            </a:r>
            <a:endParaRPr lang="en-US" sz="3000" dirty="0"/>
          </a:p>
        </p:txBody>
      </p:sp>
      <p:sp>
        <p:nvSpPr>
          <p:cNvPr id="4" name="Text 2"/>
          <p:cNvSpPr/>
          <p:nvPr/>
        </p:nvSpPr>
        <p:spPr>
          <a:xfrm>
            <a:off x="548640" y="1508760"/>
            <a:ext cx="6309360" cy="1463040"/>
          </a:xfrm>
          <a:prstGeom prst="rect">
            <a:avLst/>
          </a:prstGeom>
          <a:noFill/>
          <a:ln/>
        </p:spPr>
        <p:txBody>
          <a:bodyPr wrap="square" rtlCol="0" anchor="ctr"/>
          <a:lstStyle/>
          <a:p>
            <a:pPr marL="0" indent="0">
              <a:lnSpc>
                <a:spcPts val="2400"/>
              </a:lnSpc>
              <a:buNone/>
            </a:pPr>
            <a:r>
              <a:rPr lang="en-US" sz="1600" dirty="0">
                <a:solidFill>
                  <a:srgbClr val="1B2735"/>
                </a:solidFill>
                <a:latin typeface="Calibri" pitchFamily="34" charset="0"/>
                <a:ea typeface="Calibri" pitchFamily="34" charset="-122"/>
                <a:cs typeface="Calibri" pitchFamily="34" charset="-120"/>
              </a:rPr>
              <a:t>Twitter bills advertisers for ad clicks — but there is a reporting delay between when an ad is served and when the click is recorded. That lag means advertisers can be charged for clicks that land after their budget is already spent.</a:t>
            </a:r>
            <a:endParaRPr lang="en-US" sz="1600" dirty="0"/>
          </a:p>
        </p:txBody>
      </p:sp>
      <p:grpSp>
        <p:nvGrpSpPr>
          <p:cNvPr id="37" name="Group 36">
            <a:extLst>
              <a:ext uri="{FF2B5EF4-FFF2-40B4-BE49-F238E27FC236}">
                <a16:creationId xmlns:a16="http://schemas.microsoft.com/office/drawing/2014/main" id="{E8DBBEDF-B585-F4B2-D09F-3AF734596C1B}"/>
              </a:ext>
            </a:extLst>
          </p:cNvPr>
          <p:cNvGrpSpPr/>
          <p:nvPr/>
        </p:nvGrpSpPr>
        <p:grpSpPr>
          <a:xfrm>
            <a:off x="548640" y="3154680"/>
            <a:ext cx="6309360" cy="2633276"/>
            <a:chOff x="548640" y="3154680"/>
            <a:chExt cx="6309360" cy="2633276"/>
          </a:xfrm>
        </p:grpSpPr>
        <p:sp>
          <p:nvSpPr>
            <p:cNvPr id="5" name="Shape 3"/>
            <p:cNvSpPr/>
            <p:nvPr/>
          </p:nvSpPr>
          <p:spPr>
            <a:xfrm>
              <a:off x="548640" y="3154680"/>
              <a:ext cx="6309360" cy="2633276"/>
            </a:xfrm>
            <a:prstGeom prst="roundRect">
              <a:avLst>
                <a:gd name="adj" fmla="val 333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6" name="Text 4"/>
            <p:cNvSpPr/>
            <p:nvPr/>
          </p:nvSpPr>
          <p:spPr>
            <a:xfrm>
              <a:off x="791053" y="3383280"/>
              <a:ext cx="5669280" cy="274320"/>
            </a:xfrm>
            <a:prstGeom prst="rect">
              <a:avLst/>
            </a:prstGeom>
            <a:noFill/>
            <a:ln/>
          </p:spPr>
          <p:txBody>
            <a:bodyPr wrap="square" rtlCol="0" anchor="ctr"/>
            <a:lstStyle/>
            <a:p>
              <a:pPr marL="0" indent="0">
                <a:buNone/>
              </a:pPr>
              <a:r>
                <a:rPr lang="en-US" sz="1400" b="1" kern="0" spc="150" dirty="0">
                  <a:solidFill>
                    <a:srgbClr val="5B6B7C"/>
                  </a:solidFill>
                  <a:latin typeface="Calibri" pitchFamily="34" charset="0"/>
                  <a:ea typeface="Calibri" pitchFamily="34" charset="-122"/>
                  <a:cs typeface="Calibri" pitchFamily="34" charset="-120"/>
                </a:rPr>
                <a:t>A SIMPLE EXAMPLE OF THE PROBLEM</a:t>
              </a:r>
              <a:endParaRPr lang="en-US" sz="1400" dirty="0"/>
            </a:p>
          </p:txBody>
        </p:sp>
        <p:sp>
          <p:nvSpPr>
            <p:cNvPr id="7" name="Shape 5"/>
            <p:cNvSpPr/>
            <p:nvPr/>
          </p:nvSpPr>
          <p:spPr>
            <a:xfrm>
              <a:off x="772571" y="3771900"/>
              <a:ext cx="2606040" cy="1741932"/>
            </a:xfrm>
            <a:prstGeom prst="roundRect">
              <a:avLst>
                <a:gd name="adj" fmla="val 5143"/>
              </a:avLst>
            </a:prstGeom>
            <a:solidFill>
              <a:srgbClr val="F4F7FB"/>
            </a:solidFill>
            <a:ln w="12700">
              <a:solidFill>
                <a:srgbClr val="DFE7F0"/>
              </a:solidFill>
              <a:prstDash val="solid"/>
            </a:ln>
          </p:spPr>
          <p:txBody>
            <a:bodyPr/>
            <a:lstStyle/>
            <a:p>
              <a:endParaRPr lang="en-IN"/>
            </a:p>
          </p:txBody>
        </p:sp>
        <p:sp>
          <p:nvSpPr>
            <p:cNvPr id="8" name="Text 6"/>
            <p:cNvSpPr/>
            <p:nvPr/>
          </p:nvSpPr>
          <p:spPr>
            <a:xfrm>
              <a:off x="1005840" y="3959352"/>
              <a:ext cx="2143003" cy="548640"/>
            </a:xfrm>
            <a:prstGeom prst="rect">
              <a:avLst/>
            </a:prstGeom>
            <a:noFill/>
            <a:ln/>
          </p:spPr>
          <p:txBody>
            <a:bodyPr wrap="square" rtlCol="0" anchor="ctr"/>
            <a:lstStyle/>
            <a:p>
              <a:pPr marL="0" indent="0" algn="ctr">
                <a:buNone/>
              </a:pPr>
              <a:r>
                <a:rPr lang="en-US" sz="3000" b="1" dirty="0">
                  <a:solidFill>
                    <a:srgbClr val="1B2735"/>
                  </a:solidFill>
                  <a:latin typeface="Cambria" pitchFamily="34" charset="0"/>
                  <a:ea typeface="Cambria" pitchFamily="34" charset="-122"/>
                  <a:cs typeface="Cambria" pitchFamily="34" charset="-120"/>
                </a:rPr>
                <a:t>$10</a:t>
              </a:r>
              <a:endParaRPr lang="en-US" sz="3000" dirty="0"/>
            </a:p>
          </p:txBody>
        </p:sp>
        <p:sp>
          <p:nvSpPr>
            <p:cNvPr id="9" name="Text 7"/>
            <p:cNvSpPr/>
            <p:nvPr/>
          </p:nvSpPr>
          <p:spPr>
            <a:xfrm>
              <a:off x="868680" y="4572000"/>
              <a:ext cx="2397090" cy="237744"/>
            </a:xfrm>
            <a:prstGeom prst="rect">
              <a:avLst/>
            </a:prstGeom>
            <a:noFill/>
            <a:ln/>
          </p:spPr>
          <p:txBody>
            <a:bodyPr wrap="square" rtlCol="0" anchor="ctr"/>
            <a:lstStyle/>
            <a:p>
              <a:pPr marL="0" indent="0" algn="ctr">
                <a:buNone/>
              </a:pPr>
              <a:r>
                <a:rPr lang="en-US" sz="1400" dirty="0">
                  <a:solidFill>
                    <a:srgbClr val="5B6B7C"/>
                  </a:solidFill>
                  <a:latin typeface="Calibri" pitchFamily="34" charset="0"/>
                  <a:ea typeface="Calibri" pitchFamily="34" charset="-122"/>
                  <a:cs typeface="Calibri" pitchFamily="34" charset="-120"/>
                </a:rPr>
                <a:t>budget remaining</a:t>
              </a:r>
              <a:endParaRPr lang="en-US" sz="1400" dirty="0"/>
            </a:p>
          </p:txBody>
        </p:sp>
        <p:sp>
          <p:nvSpPr>
            <p:cNvPr id="10" name="Text 8"/>
            <p:cNvSpPr/>
            <p:nvPr/>
          </p:nvSpPr>
          <p:spPr>
            <a:xfrm>
              <a:off x="957688" y="5038344"/>
              <a:ext cx="2116739" cy="411480"/>
            </a:xfrm>
            <a:prstGeom prst="rect">
              <a:avLst/>
            </a:prstGeom>
            <a:noFill/>
            <a:ln/>
          </p:spPr>
          <p:txBody>
            <a:bodyPr wrap="square" rtlCol="0" anchor="ctr"/>
            <a:lstStyle/>
            <a:p>
              <a:pPr marL="0" indent="0" algn="ctr">
                <a:buNone/>
              </a:pPr>
              <a:r>
                <a:rPr lang="en-US" sz="1400" i="1" dirty="0">
                  <a:solidFill>
                    <a:srgbClr val="5B6B7C"/>
                  </a:solidFill>
                  <a:latin typeface="Calibri" pitchFamily="34" charset="0"/>
                  <a:ea typeface="Calibri" pitchFamily="34" charset="-122"/>
                  <a:cs typeface="Calibri" pitchFamily="34" charset="-120"/>
                </a:rPr>
                <a:t>clicks keep landing after this point</a:t>
              </a:r>
              <a:endParaRPr lang="en-US" sz="1400" dirty="0"/>
            </a:p>
          </p:txBody>
        </p:sp>
        <p:pic>
          <p:nvPicPr>
            <p:cNvPr id="11" name="Image 0" descr="report_assets/icon_trendup_0F2A47.png"/>
            <p:cNvPicPr>
              <a:picLocks noChangeAspect="1"/>
            </p:cNvPicPr>
            <p:nvPr/>
          </p:nvPicPr>
          <p:blipFill>
            <a:blip r:embed="rId3"/>
            <a:stretch>
              <a:fillRect/>
            </a:stretch>
          </p:blipFill>
          <p:spPr>
            <a:xfrm>
              <a:off x="3423163" y="4383478"/>
              <a:ext cx="457200" cy="457200"/>
            </a:xfrm>
            <a:prstGeom prst="rect">
              <a:avLst/>
            </a:prstGeom>
          </p:spPr>
        </p:pic>
        <p:sp>
          <p:nvSpPr>
            <p:cNvPr id="12" name="Shape 9"/>
            <p:cNvSpPr/>
            <p:nvPr/>
          </p:nvSpPr>
          <p:spPr>
            <a:xfrm>
              <a:off x="4013632" y="3771900"/>
              <a:ext cx="2606040" cy="1741932"/>
            </a:xfrm>
            <a:prstGeom prst="roundRect">
              <a:avLst>
                <a:gd name="adj" fmla="val 5143"/>
              </a:avLst>
            </a:prstGeom>
            <a:solidFill>
              <a:srgbClr val="FFF3EC"/>
            </a:solidFill>
            <a:ln w="12700">
              <a:solidFill>
                <a:srgbClr val="FBD9C6"/>
              </a:solidFill>
              <a:prstDash val="solid"/>
            </a:ln>
          </p:spPr>
          <p:txBody>
            <a:bodyPr/>
            <a:lstStyle/>
            <a:p>
              <a:endParaRPr lang="en-IN" dirty="0"/>
            </a:p>
          </p:txBody>
        </p:sp>
        <p:sp>
          <p:nvSpPr>
            <p:cNvPr id="13" name="Text 10"/>
            <p:cNvSpPr/>
            <p:nvPr/>
          </p:nvSpPr>
          <p:spPr>
            <a:xfrm>
              <a:off x="4251960" y="3959352"/>
              <a:ext cx="2129385" cy="548640"/>
            </a:xfrm>
            <a:prstGeom prst="rect">
              <a:avLst/>
            </a:prstGeom>
            <a:noFill/>
            <a:ln/>
          </p:spPr>
          <p:txBody>
            <a:bodyPr wrap="square" rtlCol="0" anchor="ctr"/>
            <a:lstStyle/>
            <a:p>
              <a:pPr marL="0" indent="0" algn="ctr">
                <a:buNone/>
              </a:pPr>
              <a:r>
                <a:rPr lang="en-US" sz="3000" b="1" dirty="0">
                  <a:solidFill>
                    <a:srgbClr val="F97142"/>
                  </a:solidFill>
                  <a:latin typeface="Cambria" pitchFamily="34" charset="0"/>
                  <a:ea typeface="Cambria" pitchFamily="34" charset="-122"/>
                  <a:cs typeface="Cambria" pitchFamily="34" charset="-120"/>
                </a:rPr>
                <a:t>$20</a:t>
              </a:r>
              <a:endParaRPr lang="en-US" sz="3000" dirty="0"/>
            </a:p>
          </p:txBody>
        </p:sp>
        <p:sp>
          <p:nvSpPr>
            <p:cNvPr id="14" name="Text 11"/>
            <p:cNvSpPr/>
            <p:nvPr/>
          </p:nvSpPr>
          <p:spPr>
            <a:xfrm>
              <a:off x="4200403" y="4572000"/>
              <a:ext cx="2259930" cy="237744"/>
            </a:xfrm>
            <a:prstGeom prst="rect">
              <a:avLst/>
            </a:prstGeom>
            <a:noFill/>
            <a:ln/>
          </p:spPr>
          <p:txBody>
            <a:bodyPr wrap="square" rtlCol="0" anchor="ctr"/>
            <a:lstStyle/>
            <a:p>
              <a:pPr marL="0" indent="0" algn="ctr">
                <a:buNone/>
              </a:pPr>
              <a:r>
                <a:rPr lang="en-US" sz="1400" dirty="0">
                  <a:solidFill>
                    <a:srgbClr val="5B6B7C"/>
                  </a:solidFill>
                  <a:latin typeface="Calibri" pitchFamily="34" charset="0"/>
                  <a:ea typeface="Calibri" pitchFamily="34" charset="-122"/>
                  <a:cs typeface="Calibri" pitchFamily="34" charset="-120"/>
                </a:rPr>
                <a:t>billed in clicks</a:t>
              </a:r>
              <a:endParaRPr lang="en-US" sz="1400" dirty="0"/>
            </a:p>
          </p:txBody>
        </p:sp>
        <p:sp>
          <p:nvSpPr>
            <p:cNvPr id="15" name="Text 12"/>
            <p:cNvSpPr/>
            <p:nvPr/>
          </p:nvSpPr>
          <p:spPr>
            <a:xfrm>
              <a:off x="4251960" y="5032701"/>
              <a:ext cx="2002925" cy="411480"/>
            </a:xfrm>
            <a:prstGeom prst="rect">
              <a:avLst/>
            </a:prstGeom>
            <a:noFill/>
            <a:ln/>
          </p:spPr>
          <p:txBody>
            <a:bodyPr wrap="square" rtlCol="0" anchor="ctr"/>
            <a:lstStyle/>
            <a:p>
              <a:pPr marL="0" indent="0" algn="ctr">
                <a:buNone/>
              </a:pPr>
              <a:r>
                <a:rPr lang="en-US" sz="1400" b="1" i="1" dirty="0">
                  <a:solidFill>
                    <a:srgbClr val="F97142"/>
                  </a:solidFill>
                  <a:latin typeface="Calibri" pitchFamily="34" charset="0"/>
                  <a:ea typeface="Calibri" pitchFamily="34" charset="-122"/>
                  <a:cs typeface="Calibri" pitchFamily="34" charset="-120"/>
                </a:rPr>
                <a:t>$10 of that is pure overspend</a:t>
              </a:r>
              <a:endParaRPr lang="en-US" sz="1400" dirty="0"/>
            </a:p>
          </p:txBody>
        </p:sp>
      </p:grpSp>
      <p:sp>
        <p:nvSpPr>
          <p:cNvPr id="25" name="Shape 21"/>
          <p:cNvSpPr/>
          <p:nvPr/>
        </p:nvSpPr>
        <p:spPr>
          <a:xfrm>
            <a:off x="7482078" y="5244084"/>
            <a:ext cx="2244852" cy="274320"/>
          </a:xfrm>
          <a:prstGeom prst="roundRect">
            <a:avLst>
              <a:gd name="adj" fmla="val 20000"/>
            </a:avLst>
          </a:prstGeom>
          <a:solidFill>
            <a:srgbClr val="1D9BF0"/>
          </a:solidFill>
          <a:ln/>
        </p:spPr>
        <p:txBody>
          <a:bodyPr/>
          <a:lstStyle/>
          <a:p>
            <a:endParaRPr lang="en-IN"/>
          </a:p>
        </p:txBody>
      </p:sp>
      <p:grpSp>
        <p:nvGrpSpPr>
          <p:cNvPr id="38" name="Group 37">
            <a:extLst>
              <a:ext uri="{FF2B5EF4-FFF2-40B4-BE49-F238E27FC236}">
                <a16:creationId xmlns:a16="http://schemas.microsoft.com/office/drawing/2014/main" id="{C99FADFF-6349-4747-0B6F-C426C43326FB}"/>
              </a:ext>
            </a:extLst>
          </p:cNvPr>
          <p:cNvGrpSpPr/>
          <p:nvPr/>
        </p:nvGrpSpPr>
        <p:grpSpPr>
          <a:xfrm>
            <a:off x="7178040" y="1508759"/>
            <a:ext cx="4480560" cy="4279197"/>
            <a:chOff x="7178040" y="1508759"/>
            <a:chExt cx="4480560" cy="4279197"/>
          </a:xfrm>
          <a:solidFill>
            <a:schemeClr val="accent5">
              <a:lumMod val="50000"/>
            </a:schemeClr>
          </a:solidFill>
        </p:grpSpPr>
        <p:sp>
          <p:nvSpPr>
            <p:cNvPr id="16" name="Shape 13"/>
            <p:cNvSpPr/>
            <p:nvPr/>
          </p:nvSpPr>
          <p:spPr>
            <a:xfrm>
              <a:off x="7178040" y="1508759"/>
              <a:ext cx="4480560" cy="4279197"/>
            </a:xfrm>
            <a:prstGeom prst="roundRect">
              <a:avLst>
                <a:gd name="adj" fmla="val 2000"/>
              </a:avLst>
            </a:prstGeom>
            <a:grpFill/>
            <a:ln w="12700">
              <a:solidFill>
                <a:srgbClr val="0F2A47"/>
              </a:solidFill>
              <a:prstDash val="solid"/>
            </a:ln>
          </p:spPr>
          <p:txBody>
            <a:bodyPr/>
            <a:lstStyle/>
            <a:p>
              <a:endParaRPr lang="en-IN"/>
            </a:p>
          </p:txBody>
        </p:sp>
        <p:sp>
          <p:nvSpPr>
            <p:cNvPr id="17" name="Shape 14"/>
            <p:cNvSpPr/>
            <p:nvPr/>
          </p:nvSpPr>
          <p:spPr>
            <a:xfrm>
              <a:off x="7498080" y="1828800"/>
              <a:ext cx="685800" cy="685800"/>
            </a:xfrm>
            <a:prstGeom prst="ellipse">
              <a:avLst/>
            </a:prstGeom>
            <a:grpFill/>
            <a:ln/>
          </p:spPr>
          <p:txBody>
            <a:bodyPr/>
            <a:lstStyle/>
            <a:p>
              <a:endParaRPr lang="en-IN"/>
            </a:p>
          </p:txBody>
        </p:sp>
        <p:pic>
          <p:nvPicPr>
            <p:cNvPr id="18" name="Image 1" descr="report_assets/icon_zap_FFFFFF.png"/>
            <p:cNvPicPr>
              <a:picLocks noChangeAspect="1"/>
            </p:cNvPicPr>
            <p:nvPr/>
          </p:nvPicPr>
          <p:blipFill>
            <a:blip r:embed="rId4"/>
            <a:stretch>
              <a:fillRect/>
            </a:stretch>
          </p:blipFill>
          <p:spPr>
            <a:xfrm>
              <a:off x="7669530" y="2000250"/>
              <a:ext cx="342900" cy="342900"/>
            </a:xfrm>
            <a:prstGeom prst="rect">
              <a:avLst/>
            </a:prstGeom>
            <a:grpFill/>
          </p:spPr>
        </p:pic>
        <p:sp>
          <p:nvSpPr>
            <p:cNvPr id="19" name="Text 15"/>
            <p:cNvSpPr/>
            <p:nvPr/>
          </p:nvSpPr>
          <p:spPr>
            <a:xfrm>
              <a:off x="8321040" y="1874520"/>
              <a:ext cx="3108960" cy="457200"/>
            </a:xfrm>
            <a:prstGeom prst="rect">
              <a:avLst/>
            </a:prstGeom>
            <a:grp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Twitter's Fix</a:t>
              </a:r>
              <a:endParaRPr lang="en-US" sz="2000" dirty="0"/>
            </a:p>
          </p:txBody>
        </p:sp>
        <p:sp>
          <p:nvSpPr>
            <p:cNvPr id="20" name="Text 16"/>
            <p:cNvSpPr/>
            <p:nvPr/>
          </p:nvSpPr>
          <p:spPr>
            <a:xfrm>
              <a:off x="7498080" y="2514600"/>
              <a:ext cx="3886200" cy="1188720"/>
            </a:xfrm>
            <a:prstGeom prst="rect">
              <a:avLst/>
            </a:prstGeom>
            <a:grpFill/>
            <a:ln/>
          </p:spPr>
          <p:txBody>
            <a:bodyPr wrap="square" rtlCol="0" anchor="ctr"/>
            <a:lstStyle/>
            <a:p>
              <a:pPr marL="0" indent="0">
                <a:lnSpc>
                  <a:spcPts val="2000"/>
                </a:lnSpc>
                <a:buNone/>
              </a:pPr>
              <a:r>
                <a:rPr lang="en-US" sz="1400" dirty="0">
                  <a:solidFill>
                    <a:srgbClr val="D7E4F0"/>
                  </a:solidFill>
                  <a:latin typeface="Calibri" pitchFamily="34" charset="0"/>
                  <a:ea typeface="Calibri" pitchFamily="34" charset="-122"/>
                  <a:cs typeface="Calibri" pitchFamily="34" charset="-120"/>
                </a:rPr>
                <a:t>Instead of billing per click, charge advertisers for ad impressions — removing the reporting lag that causes overspend in the first place.</a:t>
              </a:r>
              <a:endParaRPr lang="en-US" sz="1400" dirty="0"/>
            </a:p>
          </p:txBody>
        </p:sp>
        <p:sp>
          <p:nvSpPr>
            <p:cNvPr id="21" name="Shape 17"/>
            <p:cNvSpPr/>
            <p:nvPr/>
          </p:nvSpPr>
          <p:spPr>
            <a:xfrm>
              <a:off x="7498080" y="3840480"/>
              <a:ext cx="3886200" cy="0"/>
            </a:xfrm>
            <a:prstGeom prst="line">
              <a:avLst/>
            </a:prstGeom>
            <a:grpFill/>
            <a:ln w="12700">
              <a:solidFill>
                <a:srgbClr val="2E4E70"/>
              </a:solidFill>
              <a:prstDash val="solid"/>
            </a:ln>
          </p:spPr>
          <p:txBody>
            <a:bodyPr/>
            <a:lstStyle/>
            <a:p>
              <a:endParaRPr lang="en-IN"/>
            </a:p>
          </p:txBody>
        </p:sp>
        <p:sp>
          <p:nvSpPr>
            <p:cNvPr id="22" name="Text 18"/>
            <p:cNvSpPr/>
            <p:nvPr/>
          </p:nvSpPr>
          <p:spPr>
            <a:xfrm>
              <a:off x="7498080" y="3883914"/>
              <a:ext cx="3886200" cy="697426"/>
            </a:xfrm>
            <a:prstGeom prst="rect">
              <a:avLst/>
            </a:prstGeom>
            <a:grpFill/>
            <a:ln/>
          </p:spPr>
          <p:txBody>
            <a:bodyPr wrap="square" rtlCol="0" anchor="ctr"/>
            <a:lstStyle/>
            <a:p>
              <a:pPr marL="0" indent="0">
                <a:lnSpc>
                  <a:spcPts val="1800"/>
                </a:lnSpc>
                <a:buNone/>
              </a:pPr>
              <a:r>
                <a:rPr lang="en-US" sz="1400" i="1" dirty="0">
                  <a:solidFill>
                    <a:srgbClr val="AFC4DA"/>
                  </a:solidFill>
                  <a:latin typeface="Calibri" pitchFamily="34" charset="0"/>
                  <a:ea typeface="Calibri" pitchFamily="34" charset="-122"/>
                  <a:cs typeface="Calibri" pitchFamily="34" charset="-120"/>
                </a:rPr>
                <a:t>To test it, Twitter ran a one-week randomized A/B experiment splitting advertisers into two arms:</a:t>
              </a:r>
              <a:endParaRPr lang="en-US" sz="1400" dirty="0"/>
            </a:p>
          </p:txBody>
        </p:sp>
        <p:sp>
          <p:nvSpPr>
            <p:cNvPr id="23" name="Shape 19"/>
            <p:cNvSpPr/>
            <p:nvPr/>
          </p:nvSpPr>
          <p:spPr>
            <a:xfrm>
              <a:off x="7498080" y="4850892"/>
              <a:ext cx="1700784" cy="274320"/>
            </a:xfrm>
            <a:prstGeom prst="roundRect">
              <a:avLst>
                <a:gd name="adj" fmla="val 20000"/>
              </a:avLst>
            </a:prstGeom>
            <a:grpFill/>
            <a:ln/>
          </p:spPr>
          <p:txBody>
            <a:bodyPr/>
            <a:lstStyle/>
            <a:p>
              <a:endParaRPr lang="en-IN"/>
            </a:p>
          </p:txBody>
        </p:sp>
        <p:sp>
          <p:nvSpPr>
            <p:cNvPr id="24" name="Text 20"/>
            <p:cNvSpPr/>
            <p:nvPr/>
          </p:nvSpPr>
          <p:spPr>
            <a:xfrm>
              <a:off x="7498080" y="4840678"/>
              <a:ext cx="3931920" cy="284534"/>
            </a:xfrm>
            <a:prstGeom prst="rect">
              <a:avLst/>
            </a:prstGeom>
            <a:grp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CONTROL: Click-based</a:t>
              </a:r>
              <a:endParaRPr lang="en-US" sz="1400" dirty="0"/>
            </a:p>
          </p:txBody>
        </p:sp>
        <p:sp>
          <p:nvSpPr>
            <p:cNvPr id="26" name="Text 22"/>
            <p:cNvSpPr/>
            <p:nvPr/>
          </p:nvSpPr>
          <p:spPr>
            <a:xfrm>
              <a:off x="7498080" y="5244084"/>
              <a:ext cx="3840480" cy="205740"/>
            </a:xfrm>
            <a:prstGeom prst="rect">
              <a:avLst/>
            </a:prstGeom>
            <a:grp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TREATMENT: Impression-based</a:t>
              </a:r>
              <a:endParaRPr lang="en-US" sz="1400" dirty="0"/>
            </a:p>
          </p:txBody>
        </p:sp>
      </p:grpSp>
      <p:sp>
        <p:nvSpPr>
          <p:cNvPr id="27" name="Text 23"/>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28" name="Text 24"/>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PROJECT AIM</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What this analysis set out to answer</a:t>
            </a:r>
            <a:endParaRPr lang="en-US" sz="3000" dirty="0"/>
          </a:p>
        </p:txBody>
      </p:sp>
      <p:sp>
        <p:nvSpPr>
          <p:cNvPr id="4" name="Text 2"/>
          <p:cNvSpPr/>
          <p:nvPr/>
        </p:nvSpPr>
        <p:spPr>
          <a:xfrm>
            <a:off x="548640" y="1371600"/>
            <a:ext cx="914400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Ten questions from the product team, distilled into three driving objectives.</a:t>
            </a:r>
            <a:endParaRPr lang="en-US" sz="1400" dirty="0"/>
          </a:p>
        </p:txBody>
      </p:sp>
      <p:grpSp>
        <p:nvGrpSpPr>
          <p:cNvPr id="25" name="Group 24">
            <a:extLst>
              <a:ext uri="{FF2B5EF4-FFF2-40B4-BE49-F238E27FC236}">
                <a16:creationId xmlns:a16="http://schemas.microsoft.com/office/drawing/2014/main" id="{57543DED-B410-688D-0132-F09B2BD5FFEB}"/>
              </a:ext>
            </a:extLst>
          </p:cNvPr>
          <p:cNvGrpSpPr/>
          <p:nvPr/>
        </p:nvGrpSpPr>
        <p:grpSpPr>
          <a:xfrm>
            <a:off x="548640" y="2057400"/>
            <a:ext cx="3520440" cy="3566160"/>
            <a:chOff x="548640" y="2057400"/>
            <a:chExt cx="3520440" cy="3566160"/>
          </a:xfrm>
        </p:grpSpPr>
        <p:sp>
          <p:nvSpPr>
            <p:cNvPr id="5" name="Shape 3"/>
            <p:cNvSpPr/>
            <p:nvPr/>
          </p:nvSpPr>
          <p:spPr>
            <a:xfrm>
              <a:off x="548640" y="2057400"/>
              <a:ext cx="3520440" cy="3566160"/>
            </a:xfrm>
            <a:prstGeom prst="roundRect">
              <a:avLst>
                <a:gd name="adj" fmla="val 2338"/>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6" name="Shape 4"/>
            <p:cNvSpPr/>
            <p:nvPr/>
          </p:nvSpPr>
          <p:spPr>
            <a:xfrm>
              <a:off x="868680" y="2423160"/>
              <a:ext cx="777240" cy="777240"/>
            </a:xfrm>
            <a:prstGeom prst="ellipse">
              <a:avLst/>
            </a:prstGeom>
            <a:solidFill>
              <a:srgbClr val="EAF4FE"/>
            </a:solidFill>
            <a:ln/>
          </p:spPr>
          <p:txBody>
            <a:bodyPr/>
            <a:lstStyle/>
            <a:p>
              <a:endParaRPr lang="en-IN"/>
            </a:p>
          </p:txBody>
        </p:sp>
        <p:pic>
          <p:nvPicPr>
            <p:cNvPr id="7" name="Image 0" descr="report_assets/icon_trenddown_1D9BF0.png"/>
            <p:cNvPicPr>
              <a:picLocks noChangeAspect="1"/>
            </p:cNvPicPr>
            <p:nvPr/>
          </p:nvPicPr>
          <p:blipFill>
            <a:blip r:embed="rId3"/>
            <a:stretch>
              <a:fillRect/>
            </a:stretch>
          </p:blipFill>
          <p:spPr>
            <a:xfrm>
              <a:off x="1062990" y="2617470"/>
              <a:ext cx="388620" cy="388620"/>
            </a:xfrm>
            <a:prstGeom prst="rect">
              <a:avLst/>
            </a:prstGeom>
          </p:spPr>
        </p:pic>
        <p:sp>
          <p:nvSpPr>
            <p:cNvPr id="8" name="Text 5"/>
            <p:cNvSpPr/>
            <p:nvPr/>
          </p:nvSpPr>
          <p:spPr>
            <a:xfrm>
              <a:off x="3154680" y="2377440"/>
              <a:ext cx="731520" cy="548640"/>
            </a:xfrm>
            <a:prstGeom prst="rect">
              <a:avLst/>
            </a:prstGeom>
            <a:noFill/>
            <a:ln/>
          </p:spPr>
          <p:txBody>
            <a:bodyPr wrap="square" rtlCol="0" anchor="ctr"/>
            <a:lstStyle/>
            <a:p>
              <a:pPr marL="0" indent="0" algn="r">
                <a:buNone/>
              </a:pPr>
              <a:r>
                <a:rPr lang="en-US" sz="2600" b="1" dirty="0">
                  <a:solidFill>
                    <a:srgbClr val="DFE7F0"/>
                  </a:solidFill>
                  <a:latin typeface="Cambria" pitchFamily="34" charset="0"/>
                  <a:ea typeface="Cambria" pitchFamily="34" charset="-122"/>
                  <a:cs typeface="Cambria" pitchFamily="34" charset="-120"/>
                </a:rPr>
                <a:t>01</a:t>
              </a:r>
              <a:endParaRPr lang="en-US" sz="2600" dirty="0"/>
            </a:p>
          </p:txBody>
        </p:sp>
        <p:sp>
          <p:nvSpPr>
            <p:cNvPr id="9" name="Text 6"/>
            <p:cNvSpPr/>
            <p:nvPr/>
          </p:nvSpPr>
          <p:spPr>
            <a:xfrm>
              <a:off x="868680" y="3383280"/>
              <a:ext cx="2880360" cy="640080"/>
            </a:xfrm>
            <a:prstGeom prst="rect">
              <a:avLst/>
            </a:prstGeom>
            <a:noFill/>
            <a:ln/>
          </p:spPr>
          <p:txBody>
            <a:bodyPr wrap="square" rtlCol="0" anchor="ctr"/>
            <a:lstStyle/>
            <a:p>
              <a:pPr marL="0" indent="0">
                <a:buNone/>
              </a:pPr>
              <a:r>
                <a:rPr lang="en-US" sz="1700" b="1" dirty="0">
                  <a:solidFill>
                    <a:srgbClr val="1B2735"/>
                  </a:solidFill>
                  <a:latin typeface="Cambria" pitchFamily="34" charset="0"/>
                  <a:ea typeface="Cambria" pitchFamily="34" charset="-122"/>
                  <a:cs typeface="Cambria" pitchFamily="34" charset="-120"/>
                </a:rPr>
                <a:t>Does it reduce overspend?</a:t>
              </a:r>
              <a:endParaRPr lang="en-US" sz="1700" dirty="0"/>
            </a:p>
          </p:txBody>
        </p:sp>
        <p:sp>
          <p:nvSpPr>
            <p:cNvPr id="10" name="Text 7"/>
            <p:cNvSpPr/>
            <p:nvPr/>
          </p:nvSpPr>
          <p:spPr>
            <a:xfrm>
              <a:off x="868680" y="4023360"/>
              <a:ext cx="2880360" cy="1463040"/>
            </a:xfrm>
            <a:prstGeom prst="rect">
              <a:avLst/>
            </a:prstGeom>
            <a:noFill/>
            <a:ln/>
          </p:spPr>
          <p:txBody>
            <a:bodyPr wrap="square" rtlCol="0" anchor="ctr"/>
            <a:lstStyle/>
            <a:p>
              <a:pPr marL="0" indent="0">
                <a:lnSpc>
                  <a:spcPts val="1800"/>
                </a:lnSpc>
                <a:buNone/>
              </a:pPr>
              <a:r>
                <a:rPr lang="en-US" sz="1400" dirty="0">
                  <a:solidFill>
                    <a:srgbClr val="5B6B7C"/>
                  </a:solidFill>
                  <a:latin typeface="Calibri" pitchFamily="34" charset="0"/>
                  <a:ea typeface="Calibri" pitchFamily="34" charset="-122"/>
                  <a:cs typeface="Calibri" pitchFamily="34" charset="-120"/>
                </a:rPr>
                <a:t>Quantify whether impression-based billing lowers the incidence and magnitude of overspend versus the click-based model.</a:t>
              </a:r>
              <a:endParaRPr lang="en-US" sz="1400" dirty="0"/>
            </a:p>
          </p:txBody>
        </p:sp>
      </p:grpSp>
      <p:grpSp>
        <p:nvGrpSpPr>
          <p:cNvPr id="26" name="Group 25">
            <a:extLst>
              <a:ext uri="{FF2B5EF4-FFF2-40B4-BE49-F238E27FC236}">
                <a16:creationId xmlns:a16="http://schemas.microsoft.com/office/drawing/2014/main" id="{98D108B5-407D-03DA-955C-557539708A5F}"/>
              </a:ext>
            </a:extLst>
          </p:cNvPr>
          <p:cNvGrpSpPr/>
          <p:nvPr/>
        </p:nvGrpSpPr>
        <p:grpSpPr>
          <a:xfrm>
            <a:off x="4389120" y="2057400"/>
            <a:ext cx="3520440" cy="3566160"/>
            <a:chOff x="4389120" y="2057400"/>
            <a:chExt cx="3520440" cy="3566160"/>
          </a:xfrm>
        </p:grpSpPr>
        <p:sp>
          <p:nvSpPr>
            <p:cNvPr id="11" name="Shape 8"/>
            <p:cNvSpPr/>
            <p:nvPr/>
          </p:nvSpPr>
          <p:spPr>
            <a:xfrm>
              <a:off x="4389120" y="2057400"/>
              <a:ext cx="3520440" cy="3566160"/>
            </a:xfrm>
            <a:prstGeom prst="roundRect">
              <a:avLst>
                <a:gd name="adj" fmla="val 2338"/>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2" name="Shape 9"/>
            <p:cNvSpPr/>
            <p:nvPr/>
          </p:nvSpPr>
          <p:spPr>
            <a:xfrm>
              <a:off x="4709160" y="2423160"/>
              <a:ext cx="777240" cy="777240"/>
            </a:xfrm>
            <a:prstGeom prst="ellipse">
              <a:avLst/>
            </a:prstGeom>
            <a:solidFill>
              <a:srgbClr val="EAF4FE"/>
            </a:solidFill>
            <a:ln/>
          </p:spPr>
          <p:txBody>
            <a:bodyPr/>
            <a:lstStyle/>
            <a:p>
              <a:endParaRPr lang="en-IN"/>
            </a:p>
          </p:txBody>
        </p:sp>
        <p:pic>
          <p:nvPicPr>
            <p:cNvPr id="13" name="Image 1" descr="report_assets/icon_users_1D9BF0.png"/>
            <p:cNvPicPr>
              <a:picLocks noChangeAspect="1"/>
            </p:cNvPicPr>
            <p:nvPr/>
          </p:nvPicPr>
          <p:blipFill>
            <a:blip r:embed="rId4"/>
            <a:stretch>
              <a:fillRect/>
            </a:stretch>
          </p:blipFill>
          <p:spPr>
            <a:xfrm>
              <a:off x="4903470" y="2617470"/>
              <a:ext cx="388620" cy="388620"/>
            </a:xfrm>
            <a:prstGeom prst="rect">
              <a:avLst/>
            </a:prstGeom>
          </p:spPr>
        </p:pic>
        <p:sp>
          <p:nvSpPr>
            <p:cNvPr id="14" name="Text 10"/>
            <p:cNvSpPr/>
            <p:nvPr/>
          </p:nvSpPr>
          <p:spPr>
            <a:xfrm>
              <a:off x="6995160" y="2377440"/>
              <a:ext cx="731520" cy="548640"/>
            </a:xfrm>
            <a:prstGeom prst="rect">
              <a:avLst/>
            </a:prstGeom>
            <a:noFill/>
            <a:ln/>
          </p:spPr>
          <p:txBody>
            <a:bodyPr wrap="square" rtlCol="0" anchor="ctr"/>
            <a:lstStyle/>
            <a:p>
              <a:pPr marL="0" indent="0" algn="r">
                <a:buNone/>
              </a:pPr>
              <a:r>
                <a:rPr lang="en-US" sz="2600" b="1" dirty="0">
                  <a:solidFill>
                    <a:srgbClr val="DFE7F0"/>
                  </a:solidFill>
                  <a:latin typeface="Cambria" pitchFamily="34" charset="0"/>
                  <a:ea typeface="Cambria" pitchFamily="34" charset="-122"/>
                  <a:cs typeface="Cambria" pitchFamily="34" charset="-120"/>
                </a:rPr>
                <a:t>02</a:t>
              </a:r>
              <a:endParaRPr lang="en-US" sz="2600" dirty="0"/>
            </a:p>
          </p:txBody>
        </p:sp>
        <p:sp>
          <p:nvSpPr>
            <p:cNvPr id="15" name="Text 11"/>
            <p:cNvSpPr/>
            <p:nvPr/>
          </p:nvSpPr>
          <p:spPr>
            <a:xfrm>
              <a:off x="4709160" y="3383280"/>
              <a:ext cx="2880360" cy="640080"/>
            </a:xfrm>
            <a:prstGeom prst="rect">
              <a:avLst/>
            </a:prstGeom>
            <a:noFill/>
            <a:ln/>
          </p:spPr>
          <p:txBody>
            <a:bodyPr wrap="square" rtlCol="0" anchor="ctr"/>
            <a:lstStyle/>
            <a:p>
              <a:pPr marL="0" indent="0">
                <a:buNone/>
              </a:pPr>
              <a:r>
                <a:rPr lang="en-US" sz="1700" b="1" dirty="0">
                  <a:solidFill>
                    <a:srgbClr val="1B2735"/>
                  </a:solidFill>
                  <a:latin typeface="Cambria" pitchFamily="34" charset="0"/>
                  <a:ea typeface="Cambria" pitchFamily="34" charset="-122"/>
                  <a:cs typeface="Cambria" pitchFamily="34" charset="-120"/>
                </a:rPr>
                <a:t>Does it work for everyone?</a:t>
              </a:r>
              <a:endParaRPr lang="en-US" sz="1700" dirty="0"/>
            </a:p>
          </p:txBody>
        </p:sp>
        <p:sp>
          <p:nvSpPr>
            <p:cNvPr id="16" name="Text 12"/>
            <p:cNvSpPr/>
            <p:nvPr/>
          </p:nvSpPr>
          <p:spPr>
            <a:xfrm>
              <a:off x="4709160" y="4023360"/>
              <a:ext cx="2880360" cy="1463040"/>
            </a:xfrm>
            <a:prstGeom prst="rect">
              <a:avLst/>
            </a:prstGeom>
            <a:noFill/>
            <a:ln/>
          </p:spPr>
          <p:txBody>
            <a:bodyPr wrap="square" rtlCol="0" anchor="ctr"/>
            <a:lstStyle/>
            <a:p>
              <a:pPr marL="0" indent="0">
                <a:lnSpc>
                  <a:spcPts val="1800"/>
                </a:lnSpc>
                <a:buNone/>
              </a:pPr>
              <a:r>
                <a:rPr lang="en-US" sz="1400" dirty="0">
                  <a:solidFill>
                    <a:srgbClr val="5B6B7C"/>
                  </a:solidFill>
                  <a:latin typeface="Calibri" pitchFamily="34" charset="0"/>
                  <a:ea typeface="Calibri" pitchFamily="34" charset="-122"/>
                  <a:cs typeface="Calibri" pitchFamily="34" charset="-120"/>
                </a:rPr>
                <a:t>Test whether the effect is uniform across small, medium, and large advertisers — or concentrated in certain segments.</a:t>
              </a:r>
              <a:endParaRPr lang="en-US" sz="1400" dirty="0"/>
            </a:p>
          </p:txBody>
        </p:sp>
      </p:grpSp>
      <p:grpSp>
        <p:nvGrpSpPr>
          <p:cNvPr id="27" name="Group 26">
            <a:extLst>
              <a:ext uri="{FF2B5EF4-FFF2-40B4-BE49-F238E27FC236}">
                <a16:creationId xmlns:a16="http://schemas.microsoft.com/office/drawing/2014/main" id="{3A1F24B2-5924-C673-DE9D-6C0CED0780B4}"/>
              </a:ext>
            </a:extLst>
          </p:cNvPr>
          <p:cNvGrpSpPr/>
          <p:nvPr/>
        </p:nvGrpSpPr>
        <p:grpSpPr>
          <a:xfrm>
            <a:off x="8229600" y="2057400"/>
            <a:ext cx="3520440" cy="3566160"/>
            <a:chOff x="8229600" y="2057400"/>
            <a:chExt cx="3520440" cy="3566160"/>
          </a:xfrm>
        </p:grpSpPr>
        <p:sp>
          <p:nvSpPr>
            <p:cNvPr id="17" name="Shape 13"/>
            <p:cNvSpPr/>
            <p:nvPr/>
          </p:nvSpPr>
          <p:spPr>
            <a:xfrm>
              <a:off x="8229600" y="2057400"/>
              <a:ext cx="3520440" cy="3566160"/>
            </a:xfrm>
            <a:prstGeom prst="roundRect">
              <a:avLst>
                <a:gd name="adj" fmla="val 2338"/>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8" name="Shape 14"/>
            <p:cNvSpPr/>
            <p:nvPr/>
          </p:nvSpPr>
          <p:spPr>
            <a:xfrm>
              <a:off x="8549640" y="2423160"/>
              <a:ext cx="777240" cy="777240"/>
            </a:xfrm>
            <a:prstGeom prst="ellipse">
              <a:avLst/>
            </a:prstGeom>
            <a:solidFill>
              <a:srgbClr val="EAF4FE"/>
            </a:solidFill>
            <a:ln/>
          </p:spPr>
          <p:txBody>
            <a:bodyPr/>
            <a:lstStyle/>
            <a:p>
              <a:endParaRPr lang="en-IN"/>
            </a:p>
          </p:txBody>
        </p:sp>
        <p:pic>
          <p:nvPicPr>
            <p:cNvPr id="19" name="Image 2" descr="report_assets/icon_search_1D9BF0.png"/>
            <p:cNvPicPr>
              <a:picLocks noChangeAspect="1"/>
            </p:cNvPicPr>
            <p:nvPr/>
          </p:nvPicPr>
          <p:blipFill>
            <a:blip r:embed="rId5"/>
            <a:stretch>
              <a:fillRect/>
            </a:stretch>
          </p:blipFill>
          <p:spPr>
            <a:xfrm>
              <a:off x="8743950" y="2617470"/>
              <a:ext cx="388620" cy="388620"/>
            </a:xfrm>
            <a:prstGeom prst="rect">
              <a:avLst/>
            </a:prstGeom>
          </p:spPr>
        </p:pic>
        <p:sp>
          <p:nvSpPr>
            <p:cNvPr id="20" name="Text 15"/>
            <p:cNvSpPr/>
            <p:nvPr/>
          </p:nvSpPr>
          <p:spPr>
            <a:xfrm>
              <a:off x="10835640" y="2377440"/>
              <a:ext cx="731520" cy="548640"/>
            </a:xfrm>
            <a:prstGeom prst="rect">
              <a:avLst/>
            </a:prstGeom>
            <a:noFill/>
            <a:ln/>
          </p:spPr>
          <p:txBody>
            <a:bodyPr wrap="square" rtlCol="0" anchor="ctr"/>
            <a:lstStyle/>
            <a:p>
              <a:pPr marL="0" indent="0" algn="r">
                <a:buNone/>
              </a:pPr>
              <a:r>
                <a:rPr lang="en-US" sz="2600" b="1" dirty="0">
                  <a:solidFill>
                    <a:srgbClr val="DFE7F0"/>
                  </a:solidFill>
                  <a:latin typeface="Cambria" pitchFamily="34" charset="0"/>
                  <a:ea typeface="Cambria" pitchFamily="34" charset="-122"/>
                  <a:cs typeface="Cambria" pitchFamily="34" charset="-120"/>
                </a:rPr>
                <a:t>03</a:t>
              </a:r>
              <a:endParaRPr lang="en-US" sz="2600" dirty="0"/>
            </a:p>
          </p:txBody>
        </p:sp>
        <p:sp>
          <p:nvSpPr>
            <p:cNvPr id="21" name="Text 16"/>
            <p:cNvSpPr/>
            <p:nvPr/>
          </p:nvSpPr>
          <p:spPr>
            <a:xfrm>
              <a:off x="8549640" y="3383280"/>
              <a:ext cx="2880360" cy="640080"/>
            </a:xfrm>
            <a:prstGeom prst="rect">
              <a:avLst/>
            </a:prstGeom>
            <a:noFill/>
            <a:ln/>
          </p:spPr>
          <p:txBody>
            <a:bodyPr wrap="square" rtlCol="0" anchor="ctr"/>
            <a:lstStyle/>
            <a:p>
              <a:pPr marL="0" indent="0">
                <a:buNone/>
              </a:pPr>
              <a:r>
                <a:rPr lang="en-US" sz="1700" b="1" dirty="0">
                  <a:solidFill>
                    <a:srgbClr val="1B2735"/>
                  </a:solidFill>
                  <a:latin typeface="Cambria" pitchFamily="34" charset="0"/>
                  <a:ea typeface="Cambria" pitchFamily="34" charset="-122"/>
                  <a:cs typeface="Cambria" pitchFamily="34" charset="-120"/>
                </a:rPr>
                <a:t>Are there side effects?</a:t>
              </a:r>
              <a:endParaRPr lang="en-US" sz="1700" dirty="0"/>
            </a:p>
          </p:txBody>
        </p:sp>
        <p:sp>
          <p:nvSpPr>
            <p:cNvPr id="22" name="Text 17"/>
            <p:cNvSpPr/>
            <p:nvPr/>
          </p:nvSpPr>
          <p:spPr>
            <a:xfrm>
              <a:off x="8549640" y="4023360"/>
              <a:ext cx="2880360" cy="1463040"/>
            </a:xfrm>
            <a:prstGeom prst="rect">
              <a:avLst/>
            </a:prstGeom>
            <a:noFill/>
            <a:ln/>
          </p:spPr>
          <p:txBody>
            <a:bodyPr wrap="square" rtlCol="0" anchor="ctr"/>
            <a:lstStyle/>
            <a:p>
              <a:pPr marL="0" indent="0">
                <a:lnSpc>
                  <a:spcPts val="1800"/>
                </a:lnSpc>
                <a:buNone/>
              </a:pPr>
              <a:r>
                <a:rPr lang="en-US" sz="1400" dirty="0">
                  <a:solidFill>
                    <a:srgbClr val="5B6B7C"/>
                  </a:solidFill>
                  <a:latin typeface="Calibri" pitchFamily="34" charset="0"/>
                  <a:ea typeface="Calibri" pitchFamily="34" charset="-122"/>
                  <a:cs typeface="Calibri" pitchFamily="34" charset="-120"/>
                </a:rPr>
                <a:t>Check whether advertiser behavior (budget-setting) changed too, and be candid about what the data can and can't prove.</a:t>
              </a:r>
              <a:endParaRPr lang="en-US" sz="1400" dirty="0"/>
            </a:p>
          </p:txBody>
        </p:sp>
      </p:grpSp>
      <p:sp>
        <p:nvSpPr>
          <p:cNvPr id="23" name="Text 18"/>
          <p:cNvSpPr/>
          <p:nvPr/>
        </p:nvSpPr>
        <p:spPr>
          <a:xfrm>
            <a:off x="568096"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24" name="Text 19"/>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HOW WE TESTED IT</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A clean, randomized, one-week experiment</a:t>
            </a:r>
            <a:endParaRPr lang="en-US" sz="3000" dirty="0"/>
          </a:p>
        </p:txBody>
      </p:sp>
      <p:sp>
        <p:nvSpPr>
          <p:cNvPr id="5" name="Shape 3"/>
          <p:cNvSpPr/>
          <p:nvPr/>
        </p:nvSpPr>
        <p:spPr>
          <a:xfrm>
            <a:off x="548640" y="1645920"/>
            <a:ext cx="5394960" cy="594360"/>
          </a:xfrm>
          <a:prstGeom prst="roundRect">
            <a:avLst>
              <a:gd name="adj" fmla="val 13846"/>
            </a:avLst>
          </a:prstGeom>
          <a:solidFill>
            <a:schemeClr val="accent6">
              <a:lumMod val="40000"/>
              <a:lumOff val="60000"/>
            </a:schemeClr>
          </a:solidFill>
          <a:ln/>
        </p:spPr>
        <p:txBody>
          <a:bodyPr/>
          <a:lstStyle/>
          <a:p>
            <a:endParaRPr lang="en-IN"/>
          </a:p>
        </p:txBody>
      </p:sp>
      <p:sp>
        <p:nvSpPr>
          <p:cNvPr id="6" name="Shape 4"/>
          <p:cNvSpPr/>
          <p:nvPr/>
        </p:nvSpPr>
        <p:spPr>
          <a:xfrm>
            <a:off x="548640" y="1965960"/>
            <a:ext cx="5394960" cy="274320"/>
          </a:xfrm>
          <a:prstGeom prst="rect">
            <a:avLst/>
          </a:prstGeom>
          <a:solidFill>
            <a:schemeClr val="accent6">
              <a:lumMod val="40000"/>
              <a:lumOff val="60000"/>
            </a:schemeClr>
          </a:solidFill>
          <a:ln/>
        </p:spPr>
        <p:txBody>
          <a:bodyPr/>
          <a:lstStyle/>
          <a:p>
            <a:endParaRPr lang="en-IN"/>
          </a:p>
        </p:txBody>
      </p:sp>
      <p:grpSp>
        <p:nvGrpSpPr>
          <p:cNvPr id="40" name="Group 39">
            <a:extLst>
              <a:ext uri="{FF2B5EF4-FFF2-40B4-BE49-F238E27FC236}">
                <a16:creationId xmlns:a16="http://schemas.microsoft.com/office/drawing/2014/main" id="{8EE51750-26E5-1675-AA07-522E5267CE40}"/>
              </a:ext>
            </a:extLst>
          </p:cNvPr>
          <p:cNvGrpSpPr/>
          <p:nvPr/>
        </p:nvGrpSpPr>
        <p:grpSpPr>
          <a:xfrm>
            <a:off x="548639" y="1767482"/>
            <a:ext cx="5379721" cy="2603350"/>
            <a:chOff x="767279" y="1787921"/>
            <a:chExt cx="5052877" cy="2464039"/>
          </a:xfrm>
        </p:grpSpPr>
        <p:sp>
          <p:nvSpPr>
            <p:cNvPr id="7" name="Shape 5"/>
            <p:cNvSpPr/>
            <p:nvPr/>
          </p:nvSpPr>
          <p:spPr>
            <a:xfrm>
              <a:off x="850392" y="1787921"/>
              <a:ext cx="365760" cy="365760"/>
            </a:xfrm>
            <a:prstGeom prst="ellipse">
              <a:avLst/>
            </a:prstGeom>
            <a:solidFill>
              <a:srgbClr val="FFFFFF"/>
            </a:solidFill>
            <a:ln/>
          </p:spPr>
          <p:txBody>
            <a:bodyPr/>
            <a:lstStyle/>
            <a:p>
              <a:endParaRPr lang="en-IN"/>
            </a:p>
          </p:txBody>
        </p:sp>
        <p:pic>
          <p:nvPicPr>
            <p:cNvPr id="8" name="Image 0" descr="report_assets/icon_clock_8CA0B3.png"/>
            <p:cNvPicPr>
              <a:picLocks noChangeAspect="1"/>
            </p:cNvPicPr>
            <p:nvPr/>
          </p:nvPicPr>
          <p:blipFill>
            <a:blip r:embed="rId3"/>
            <a:stretch>
              <a:fillRect/>
            </a:stretch>
          </p:blipFill>
          <p:spPr>
            <a:xfrm>
              <a:off x="948690" y="1885815"/>
              <a:ext cx="201168" cy="201168"/>
            </a:xfrm>
            <a:prstGeom prst="rect">
              <a:avLst/>
            </a:prstGeom>
          </p:spPr>
        </p:pic>
        <p:sp>
          <p:nvSpPr>
            <p:cNvPr id="9" name="Text 6"/>
            <p:cNvSpPr/>
            <p:nvPr/>
          </p:nvSpPr>
          <p:spPr>
            <a:xfrm>
              <a:off x="1339596" y="1787921"/>
              <a:ext cx="4480560" cy="379207"/>
            </a:xfrm>
            <a:prstGeom prst="rect">
              <a:avLst/>
            </a:prstGeom>
            <a:noFill/>
            <a:ln/>
          </p:spPr>
          <p:txBody>
            <a:bodyPr wrap="square" rtlCol="0" anchor="ctr"/>
            <a:lstStyle/>
            <a:p>
              <a:endParaRPr lang="en-US" sz="1600" b="1" dirty="0">
                <a:solidFill>
                  <a:srgbClr val="FFFFFF"/>
                </a:solidFill>
                <a:latin typeface="Calibri" pitchFamily="34" charset="0"/>
                <a:ea typeface="Calibri" pitchFamily="34" charset="-122"/>
                <a:cs typeface="Calibri" pitchFamily="34" charset="-120"/>
              </a:endParaRPr>
            </a:p>
            <a:p>
              <a:r>
                <a:rPr lang="en-US" sz="1600" b="1" dirty="0">
                  <a:solidFill>
                    <a:srgbClr val="FFFFFF"/>
                  </a:solidFill>
                  <a:latin typeface="Calibri" pitchFamily="34" charset="0"/>
                  <a:ea typeface="Calibri" pitchFamily="34" charset="-122"/>
                  <a:cs typeface="Calibri" pitchFamily="34" charset="-120"/>
                </a:rPr>
                <a:t>CONTROL — Click-Based Billing</a:t>
              </a:r>
              <a:endParaRPr lang="en-US" sz="1600" dirty="0"/>
            </a:p>
            <a:p>
              <a:pPr marL="0" indent="0">
                <a:buNone/>
              </a:pPr>
              <a:endParaRPr lang="en-US" sz="1600" dirty="0"/>
            </a:p>
          </p:txBody>
        </p:sp>
        <p:sp>
          <p:nvSpPr>
            <p:cNvPr id="10" name="Text 7"/>
            <p:cNvSpPr/>
            <p:nvPr/>
          </p:nvSpPr>
          <p:spPr>
            <a:xfrm>
              <a:off x="767279" y="2260783"/>
              <a:ext cx="5052877" cy="1991177"/>
            </a:xfrm>
            <a:prstGeom prst="rect">
              <a:avLst/>
            </a:prstGeom>
            <a:solidFill>
              <a:schemeClr val="bg1"/>
            </a:solidFill>
            <a:ln/>
          </p:spPr>
          <p:txBody>
            <a:bodyPr wrap="square" rtlCol="0" anchor="ctr"/>
            <a:lstStyle/>
            <a:p>
              <a:pPr marL="0" indent="0">
                <a:lnSpc>
                  <a:spcPts val="2000"/>
                </a:lnSpc>
                <a:buNone/>
              </a:pPr>
              <a:r>
                <a:rPr lang="en-US" sz="1600" b="1" dirty="0">
                  <a:solidFill>
                    <a:srgbClr val="1B2735"/>
                  </a:solidFill>
                  <a:latin typeface="Calibri" pitchFamily="34" charset="0"/>
                  <a:ea typeface="Calibri" pitchFamily="34" charset="-122"/>
                  <a:cs typeface="Calibri" pitchFamily="34" charset="-120"/>
                </a:rPr>
                <a:t>7,733 campaigns  </a:t>
              </a:r>
              <a:r>
                <a:rPr lang="en-US" sz="1600" dirty="0">
                  <a:solidFill>
                    <a:srgbClr val="5B6B7C"/>
                  </a:solidFill>
                  <a:latin typeface="Calibri" pitchFamily="34" charset="0"/>
                  <a:ea typeface="Calibri" pitchFamily="34" charset="-122"/>
                  <a:cs typeface="Calibri" pitchFamily="34" charset="-120"/>
                </a:rPr>
                <a:t>(49.97% of total)
Advertisers billed per click — subject to reporting-lag overspend.</a:t>
              </a:r>
              <a:endParaRPr lang="en-US" sz="1600" dirty="0"/>
            </a:p>
          </p:txBody>
        </p:sp>
      </p:grpSp>
      <p:sp>
        <p:nvSpPr>
          <p:cNvPr id="12" name="Shape 9"/>
          <p:cNvSpPr/>
          <p:nvPr/>
        </p:nvSpPr>
        <p:spPr>
          <a:xfrm>
            <a:off x="6257544" y="1664208"/>
            <a:ext cx="5394960" cy="566928"/>
          </a:xfrm>
          <a:prstGeom prst="roundRect">
            <a:avLst>
              <a:gd name="adj" fmla="val 13846"/>
            </a:avLst>
          </a:prstGeom>
          <a:solidFill>
            <a:srgbClr val="1D9BF0"/>
          </a:solidFill>
          <a:ln/>
        </p:spPr>
        <p:txBody>
          <a:bodyPr/>
          <a:lstStyle/>
          <a:p>
            <a:endParaRPr lang="en-IN"/>
          </a:p>
        </p:txBody>
      </p:sp>
      <p:grpSp>
        <p:nvGrpSpPr>
          <p:cNvPr id="41" name="Group 40">
            <a:extLst>
              <a:ext uri="{FF2B5EF4-FFF2-40B4-BE49-F238E27FC236}">
                <a16:creationId xmlns:a16="http://schemas.microsoft.com/office/drawing/2014/main" id="{6E9557BE-B175-1F7D-0163-F41A7454EFAC}"/>
              </a:ext>
            </a:extLst>
          </p:cNvPr>
          <p:cNvGrpSpPr/>
          <p:nvPr/>
        </p:nvGrpSpPr>
        <p:grpSpPr>
          <a:xfrm>
            <a:off x="6272784" y="1700669"/>
            <a:ext cx="5385816" cy="2670161"/>
            <a:chOff x="6263640" y="1795185"/>
            <a:chExt cx="5394960" cy="2225743"/>
          </a:xfrm>
        </p:grpSpPr>
        <p:sp>
          <p:nvSpPr>
            <p:cNvPr id="13" name="Shape 10"/>
            <p:cNvSpPr/>
            <p:nvPr/>
          </p:nvSpPr>
          <p:spPr>
            <a:xfrm>
              <a:off x="6263640" y="1965960"/>
              <a:ext cx="5394960" cy="274320"/>
            </a:xfrm>
            <a:prstGeom prst="rect">
              <a:avLst/>
            </a:prstGeom>
            <a:solidFill>
              <a:srgbClr val="1D9BF0"/>
            </a:solidFill>
            <a:ln/>
          </p:spPr>
          <p:txBody>
            <a:bodyPr/>
            <a:lstStyle/>
            <a:p>
              <a:endParaRPr lang="en-IN"/>
            </a:p>
          </p:txBody>
        </p:sp>
        <p:sp>
          <p:nvSpPr>
            <p:cNvPr id="14" name="Shape 11"/>
            <p:cNvSpPr/>
            <p:nvPr/>
          </p:nvSpPr>
          <p:spPr>
            <a:xfrm>
              <a:off x="6537960" y="1814386"/>
              <a:ext cx="365760" cy="365760"/>
            </a:xfrm>
            <a:prstGeom prst="ellipse">
              <a:avLst/>
            </a:prstGeom>
            <a:solidFill>
              <a:srgbClr val="FFFFFF"/>
            </a:solidFill>
            <a:ln/>
          </p:spPr>
          <p:txBody>
            <a:bodyPr/>
            <a:lstStyle/>
            <a:p>
              <a:endParaRPr lang="en-IN"/>
            </a:p>
          </p:txBody>
        </p:sp>
        <p:pic>
          <p:nvPicPr>
            <p:cNvPr id="15" name="Image 1" descr="report_assets/icon_zap_1D9BF0.png"/>
            <p:cNvPicPr>
              <a:picLocks noChangeAspect="1"/>
            </p:cNvPicPr>
            <p:nvPr/>
          </p:nvPicPr>
          <p:blipFill>
            <a:blip r:embed="rId4"/>
            <a:stretch>
              <a:fillRect/>
            </a:stretch>
          </p:blipFill>
          <p:spPr>
            <a:xfrm>
              <a:off x="6620256" y="1891367"/>
              <a:ext cx="201168" cy="201168"/>
            </a:xfrm>
            <a:prstGeom prst="rect">
              <a:avLst/>
            </a:prstGeom>
          </p:spPr>
        </p:pic>
        <p:sp>
          <p:nvSpPr>
            <p:cNvPr id="16" name="Text 12"/>
            <p:cNvSpPr/>
            <p:nvPr/>
          </p:nvSpPr>
          <p:spPr>
            <a:xfrm>
              <a:off x="7037826" y="1795185"/>
              <a:ext cx="448056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TREATMENT — Impression-Based Billing</a:t>
              </a:r>
              <a:endParaRPr lang="en-US" sz="1600" dirty="0"/>
            </a:p>
          </p:txBody>
        </p:sp>
        <p:sp>
          <p:nvSpPr>
            <p:cNvPr id="17" name="Text 13"/>
            <p:cNvSpPr/>
            <p:nvPr/>
          </p:nvSpPr>
          <p:spPr>
            <a:xfrm>
              <a:off x="6272800" y="2240280"/>
              <a:ext cx="5379694" cy="1780648"/>
            </a:xfrm>
            <a:prstGeom prst="rect">
              <a:avLst/>
            </a:prstGeom>
            <a:solidFill>
              <a:schemeClr val="bg1"/>
            </a:solidFill>
            <a:ln/>
          </p:spPr>
          <p:txBody>
            <a:bodyPr wrap="square" rtlCol="0" anchor="ctr"/>
            <a:lstStyle/>
            <a:p>
              <a:pPr marL="0" indent="0">
                <a:lnSpc>
                  <a:spcPts val="2000"/>
                </a:lnSpc>
                <a:buNone/>
              </a:pPr>
              <a:r>
                <a:rPr lang="en-US" sz="1600" b="1" dirty="0">
                  <a:solidFill>
                    <a:srgbClr val="1B2735"/>
                  </a:solidFill>
                  <a:latin typeface="Calibri" pitchFamily="34" charset="0"/>
                  <a:ea typeface="Calibri" pitchFamily="34" charset="-122"/>
                  <a:cs typeface="Calibri" pitchFamily="34" charset="-120"/>
                </a:rPr>
                <a:t>7,741 campaigns  </a:t>
              </a:r>
              <a:r>
                <a:rPr lang="en-US" sz="1600" dirty="0">
                  <a:solidFill>
                    <a:srgbClr val="5B6B7C"/>
                  </a:solidFill>
                  <a:latin typeface="Calibri" pitchFamily="34" charset="0"/>
                  <a:ea typeface="Calibri" pitchFamily="34" charset="-122"/>
                  <a:cs typeface="Calibri" pitchFamily="34" charset="-120"/>
                </a:rPr>
                <a:t>(50.03% of total)
Advertisers billed per impression — the new, latency-free model.</a:t>
              </a:r>
              <a:endParaRPr lang="en-US" sz="1600" dirty="0"/>
            </a:p>
          </p:txBody>
        </p:sp>
      </p:grpSp>
      <p:grpSp>
        <p:nvGrpSpPr>
          <p:cNvPr id="42" name="Group 41">
            <a:extLst>
              <a:ext uri="{FF2B5EF4-FFF2-40B4-BE49-F238E27FC236}">
                <a16:creationId xmlns:a16="http://schemas.microsoft.com/office/drawing/2014/main" id="{552EDB1E-37AE-C141-13D8-4227BAEBEBC8}"/>
              </a:ext>
            </a:extLst>
          </p:cNvPr>
          <p:cNvGrpSpPr/>
          <p:nvPr/>
        </p:nvGrpSpPr>
        <p:grpSpPr>
          <a:xfrm>
            <a:off x="548640" y="4709160"/>
            <a:ext cx="2724912" cy="1490472"/>
            <a:chOff x="548640" y="4709160"/>
            <a:chExt cx="2724912" cy="1490472"/>
          </a:xfrm>
        </p:grpSpPr>
        <p:sp>
          <p:nvSpPr>
            <p:cNvPr id="18" name="Shape 14"/>
            <p:cNvSpPr/>
            <p:nvPr/>
          </p:nvSpPr>
          <p:spPr>
            <a:xfrm>
              <a:off x="548640" y="4709160"/>
              <a:ext cx="2724912" cy="1490472"/>
            </a:xfrm>
            <a:prstGeom prst="roundRect">
              <a:avLst>
                <a:gd name="adj" fmla="val 580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9" name="Shape 15"/>
            <p:cNvSpPr/>
            <p:nvPr/>
          </p:nvSpPr>
          <p:spPr>
            <a:xfrm>
              <a:off x="749808" y="4910328"/>
              <a:ext cx="502920" cy="502920"/>
            </a:xfrm>
            <a:prstGeom prst="ellipse">
              <a:avLst/>
            </a:prstGeom>
            <a:solidFill>
              <a:srgbClr val="F4F7FB"/>
            </a:solidFill>
            <a:ln/>
          </p:spPr>
          <p:txBody>
            <a:bodyPr/>
            <a:lstStyle/>
            <a:p>
              <a:endParaRPr lang="en-IN"/>
            </a:p>
          </p:txBody>
        </p:sp>
        <p:pic>
          <p:nvPicPr>
            <p:cNvPr id="20" name="Image 2" descr="report_assets/icon_target_0F2A47.png"/>
            <p:cNvPicPr>
              <a:picLocks noChangeAspect="1"/>
            </p:cNvPicPr>
            <p:nvPr/>
          </p:nvPicPr>
          <p:blipFill>
            <a:blip r:embed="rId5">
              <a:duotone>
                <a:schemeClr val="accent5">
                  <a:shade val="45000"/>
                  <a:satMod val="135000"/>
                </a:schemeClr>
                <a:prstClr val="white"/>
              </a:duotone>
            </a:blip>
            <a:stretch>
              <a:fillRect/>
            </a:stretch>
          </p:blipFill>
          <p:spPr>
            <a:xfrm>
              <a:off x="862965" y="5023485"/>
              <a:ext cx="276606" cy="276606"/>
            </a:xfrm>
            <a:prstGeom prst="rect">
              <a:avLst/>
            </a:prstGeom>
            <a:effectLst>
              <a:outerShdw blurRad="50800" dist="50800" dir="5400000" algn="ctr" rotWithShape="0">
                <a:schemeClr val="accent5">
                  <a:lumMod val="20000"/>
                  <a:lumOff val="80000"/>
                </a:schemeClr>
              </a:outerShdw>
            </a:effectLst>
          </p:spPr>
        </p:pic>
        <p:sp>
          <p:nvSpPr>
            <p:cNvPr id="21" name="Text 16"/>
            <p:cNvSpPr/>
            <p:nvPr/>
          </p:nvSpPr>
          <p:spPr>
            <a:xfrm>
              <a:off x="749808" y="5486400"/>
              <a:ext cx="2322576" cy="274320"/>
            </a:xfrm>
            <a:prstGeom prst="rect">
              <a:avLst/>
            </a:prstGeom>
            <a:noFill/>
            <a:ln/>
          </p:spPr>
          <p:txBody>
            <a:bodyPr wrap="square" rtlCol="0" anchor="ctr"/>
            <a:lstStyle/>
            <a:p>
              <a:pPr marL="0" indent="0">
                <a:buNone/>
              </a:pPr>
              <a:r>
                <a:rPr lang="en-US" sz="1200" b="1" kern="0" spc="50" dirty="0">
                  <a:solidFill>
                    <a:srgbClr val="5B6B7C"/>
                  </a:solidFill>
                  <a:latin typeface="Calibri" pitchFamily="34" charset="0"/>
                  <a:ea typeface="Calibri" pitchFamily="34" charset="-122"/>
                  <a:cs typeface="Calibri" pitchFamily="34" charset="-120"/>
                </a:rPr>
                <a:t>RANDOMIZATION UNIT</a:t>
              </a:r>
              <a:endParaRPr lang="en-US" sz="1200" dirty="0"/>
            </a:p>
          </p:txBody>
        </p:sp>
        <p:sp>
          <p:nvSpPr>
            <p:cNvPr id="22" name="Text 17"/>
            <p:cNvSpPr/>
            <p:nvPr/>
          </p:nvSpPr>
          <p:spPr>
            <a:xfrm>
              <a:off x="749808" y="5733288"/>
              <a:ext cx="2322576" cy="365760"/>
            </a:xfrm>
            <a:prstGeom prst="rect">
              <a:avLst/>
            </a:prstGeom>
            <a:noFill/>
            <a:ln/>
          </p:spPr>
          <p:txBody>
            <a:bodyPr wrap="square" rtlCol="0" anchor="ctr"/>
            <a:lstStyle/>
            <a:p>
              <a:pPr marL="0" indent="0">
                <a:buNone/>
              </a:pPr>
              <a:r>
                <a:rPr lang="en-US" sz="1400" b="1" dirty="0">
                  <a:solidFill>
                    <a:srgbClr val="1B2735"/>
                  </a:solidFill>
                  <a:latin typeface="Calibri" pitchFamily="34" charset="0"/>
                  <a:ea typeface="Calibri" pitchFamily="34" charset="-122"/>
                  <a:cs typeface="Calibri" pitchFamily="34" charset="-120"/>
                </a:rPr>
                <a:t>Individual campaign</a:t>
              </a:r>
              <a:endParaRPr lang="en-US" sz="1400" dirty="0"/>
            </a:p>
          </p:txBody>
        </p:sp>
      </p:grpSp>
      <p:grpSp>
        <p:nvGrpSpPr>
          <p:cNvPr id="45" name="Group 44">
            <a:extLst>
              <a:ext uri="{FF2B5EF4-FFF2-40B4-BE49-F238E27FC236}">
                <a16:creationId xmlns:a16="http://schemas.microsoft.com/office/drawing/2014/main" id="{5E55AA82-CAF6-4280-3E8F-AEF269DFD1B8}"/>
              </a:ext>
            </a:extLst>
          </p:cNvPr>
          <p:cNvGrpSpPr/>
          <p:nvPr/>
        </p:nvGrpSpPr>
        <p:grpSpPr>
          <a:xfrm>
            <a:off x="3410712" y="4709160"/>
            <a:ext cx="8247888" cy="1490472"/>
            <a:chOff x="3410712" y="4709160"/>
            <a:chExt cx="8449056" cy="1490472"/>
          </a:xfrm>
        </p:grpSpPr>
        <p:grpSp>
          <p:nvGrpSpPr>
            <p:cNvPr id="44" name="Group 43">
              <a:extLst>
                <a:ext uri="{FF2B5EF4-FFF2-40B4-BE49-F238E27FC236}">
                  <a16:creationId xmlns:a16="http://schemas.microsoft.com/office/drawing/2014/main" id="{36CF4EAA-97B8-3385-F1EE-B2BED5F090CC}"/>
                </a:ext>
              </a:extLst>
            </p:cNvPr>
            <p:cNvGrpSpPr/>
            <p:nvPr/>
          </p:nvGrpSpPr>
          <p:grpSpPr>
            <a:xfrm>
              <a:off x="3410712" y="4709160"/>
              <a:ext cx="5586984" cy="1490472"/>
              <a:chOff x="3410712" y="4709160"/>
              <a:chExt cx="5586984" cy="1490472"/>
            </a:xfrm>
          </p:grpSpPr>
          <p:grpSp>
            <p:nvGrpSpPr>
              <p:cNvPr id="43" name="Group 42">
                <a:extLst>
                  <a:ext uri="{FF2B5EF4-FFF2-40B4-BE49-F238E27FC236}">
                    <a16:creationId xmlns:a16="http://schemas.microsoft.com/office/drawing/2014/main" id="{C5E20451-C04B-632C-9798-525C44EE2D6A}"/>
                  </a:ext>
                </a:extLst>
              </p:cNvPr>
              <p:cNvGrpSpPr/>
              <p:nvPr/>
            </p:nvGrpSpPr>
            <p:grpSpPr>
              <a:xfrm>
                <a:off x="3410712" y="4709160"/>
                <a:ext cx="2724912" cy="1490472"/>
                <a:chOff x="3410712" y="4709160"/>
                <a:chExt cx="2724912" cy="1490472"/>
              </a:xfrm>
            </p:grpSpPr>
            <p:sp>
              <p:nvSpPr>
                <p:cNvPr id="23" name="Shape 18"/>
                <p:cNvSpPr/>
                <p:nvPr/>
              </p:nvSpPr>
              <p:spPr>
                <a:xfrm>
                  <a:off x="3410712" y="4709160"/>
                  <a:ext cx="2724912" cy="1490472"/>
                </a:xfrm>
                <a:prstGeom prst="roundRect">
                  <a:avLst>
                    <a:gd name="adj" fmla="val 580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4" name="Shape 19"/>
                <p:cNvSpPr/>
                <p:nvPr/>
              </p:nvSpPr>
              <p:spPr>
                <a:xfrm>
                  <a:off x="3611880" y="4910328"/>
                  <a:ext cx="502920" cy="502920"/>
                </a:xfrm>
                <a:prstGeom prst="ellipse">
                  <a:avLst/>
                </a:prstGeom>
                <a:solidFill>
                  <a:srgbClr val="F4F7FB"/>
                </a:solidFill>
                <a:ln/>
              </p:spPr>
              <p:txBody>
                <a:bodyPr/>
                <a:lstStyle/>
                <a:p>
                  <a:endParaRPr lang="en-IN"/>
                </a:p>
              </p:txBody>
            </p:sp>
            <p:pic>
              <p:nvPicPr>
                <p:cNvPr id="25" name="Image 3" descr="report_assets/icon_clock_0F2A47.png"/>
                <p:cNvPicPr>
                  <a:picLocks noChangeAspect="1"/>
                </p:cNvPicPr>
                <p:nvPr/>
              </p:nvPicPr>
              <p:blipFill>
                <a:blip r:embed="rId6">
                  <a:duotone>
                    <a:schemeClr val="accent5">
                      <a:shade val="45000"/>
                      <a:satMod val="135000"/>
                    </a:schemeClr>
                    <a:prstClr val="white"/>
                  </a:duotone>
                </a:blip>
                <a:stretch>
                  <a:fillRect/>
                </a:stretch>
              </p:blipFill>
              <p:spPr>
                <a:xfrm>
                  <a:off x="3725037" y="5023485"/>
                  <a:ext cx="276606" cy="276606"/>
                </a:xfrm>
                <a:prstGeom prst="rect">
                  <a:avLst/>
                </a:prstGeom>
              </p:spPr>
            </p:pic>
            <p:sp>
              <p:nvSpPr>
                <p:cNvPr id="26" name="Text 20"/>
                <p:cNvSpPr/>
                <p:nvPr/>
              </p:nvSpPr>
              <p:spPr>
                <a:xfrm>
                  <a:off x="3611880" y="5486400"/>
                  <a:ext cx="2322576" cy="274320"/>
                </a:xfrm>
                <a:prstGeom prst="rect">
                  <a:avLst/>
                </a:prstGeom>
                <a:noFill/>
                <a:ln/>
              </p:spPr>
              <p:txBody>
                <a:bodyPr wrap="square" rtlCol="0" anchor="ctr"/>
                <a:lstStyle/>
                <a:p>
                  <a:pPr marL="0" indent="0">
                    <a:buNone/>
                  </a:pPr>
                  <a:r>
                    <a:rPr lang="en-US" sz="1200" b="1" kern="0" spc="50" dirty="0">
                      <a:solidFill>
                        <a:srgbClr val="5B6B7C"/>
                      </a:solidFill>
                      <a:latin typeface="Calibri" pitchFamily="34" charset="0"/>
                      <a:ea typeface="Calibri" pitchFamily="34" charset="-122"/>
                      <a:cs typeface="Calibri" pitchFamily="34" charset="-120"/>
                    </a:rPr>
                    <a:t>DURATION</a:t>
                  </a:r>
                  <a:endParaRPr lang="en-US" sz="1200" dirty="0"/>
                </a:p>
              </p:txBody>
            </p:sp>
            <p:sp>
              <p:nvSpPr>
                <p:cNvPr id="27" name="Text 21"/>
                <p:cNvSpPr/>
                <p:nvPr/>
              </p:nvSpPr>
              <p:spPr>
                <a:xfrm>
                  <a:off x="3611880" y="5733288"/>
                  <a:ext cx="2322576" cy="365760"/>
                </a:xfrm>
                <a:prstGeom prst="rect">
                  <a:avLst/>
                </a:prstGeom>
                <a:noFill/>
                <a:ln/>
              </p:spPr>
              <p:txBody>
                <a:bodyPr wrap="square" rtlCol="0" anchor="ctr"/>
                <a:lstStyle/>
                <a:p>
                  <a:pPr marL="0" indent="0">
                    <a:buNone/>
                  </a:pPr>
                  <a:r>
                    <a:rPr lang="en-US" sz="1400" b="1" dirty="0">
                      <a:solidFill>
                        <a:srgbClr val="1B2735"/>
                      </a:solidFill>
                      <a:latin typeface="Calibri" pitchFamily="34" charset="0"/>
                      <a:ea typeface="Calibri" pitchFamily="34" charset="-122"/>
                      <a:cs typeface="Calibri" pitchFamily="34" charset="-120"/>
                    </a:rPr>
                    <a:t>One week</a:t>
                  </a:r>
                  <a:endParaRPr lang="en-US" sz="1400" dirty="0"/>
                </a:p>
              </p:txBody>
            </p:sp>
          </p:grpSp>
          <p:sp>
            <p:nvSpPr>
              <p:cNvPr id="28" name="Shape 22"/>
              <p:cNvSpPr/>
              <p:nvPr/>
            </p:nvSpPr>
            <p:spPr>
              <a:xfrm>
                <a:off x="6272784" y="4709160"/>
                <a:ext cx="2724912" cy="1490472"/>
              </a:xfrm>
              <a:prstGeom prst="roundRect">
                <a:avLst>
                  <a:gd name="adj" fmla="val 580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9" name="Shape 23"/>
              <p:cNvSpPr/>
              <p:nvPr/>
            </p:nvSpPr>
            <p:spPr>
              <a:xfrm>
                <a:off x="6473952" y="4910328"/>
                <a:ext cx="502920" cy="502920"/>
              </a:xfrm>
              <a:prstGeom prst="ellipse">
                <a:avLst/>
              </a:prstGeom>
              <a:solidFill>
                <a:srgbClr val="F4F7FB"/>
              </a:solidFill>
              <a:ln/>
            </p:spPr>
            <p:txBody>
              <a:bodyPr/>
              <a:lstStyle/>
              <a:p>
                <a:endParaRPr lang="en-IN"/>
              </a:p>
            </p:txBody>
          </p:sp>
          <p:pic>
            <p:nvPicPr>
              <p:cNvPr id="30" name="Image 4" descr="report_assets/icon_activity_0F2A47.png"/>
              <p:cNvPicPr>
                <a:picLocks noChangeAspect="1"/>
              </p:cNvPicPr>
              <p:nvPr/>
            </p:nvPicPr>
            <p:blipFill>
              <a:blip r:embed="rId7">
                <a:duotone>
                  <a:schemeClr val="accent5">
                    <a:shade val="45000"/>
                    <a:satMod val="135000"/>
                  </a:schemeClr>
                  <a:prstClr val="white"/>
                </a:duotone>
              </a:blip>
              <a:stretch>
                <a:fillRect/>
              </a:stretch>
            </p:blipFill>
            <p:spPr>
              <a:xfrm>
                <a:off x="6587109" y="5023485"/>
                <a:ext cx="276606" cy="276606"/>
              </a:xfrm>
              <a:prstGeom prst="rect">
                <a:avLst/>
              </a:prstGeom>
            </p:spPr>
          </p:pic>
          <p:sp>
            <p:nvSpPr>
              <p:cNvPr id="31" name="Text 24"/>
              <p:cNvSpPr/>
              <p:nvPr/>
            </p:nvSpPr>
            <p:spPr>
              <a:xfrm>
                <a:off x="6473952" y="5486400"/>
                <a:ext cx="2322576" cy="274320"/>
              </a:xfrm>
              <a:prstGeom prst="rect">
                <a:avLst/>
              </a:prstGeom>
              <a:noFill/>
              <a:ln/>
            </p:spPr>
            <p:txBody>
              <a:bodyPr wrap="square" rtlCol="0" anchor="ctr"/>
              <a:lstStyle/>
              <a:p>
                <a:pPr marL="0" indent="0">
                  <a:buNone/>
                </a:pPr>
                <a:r>
                  <a:rPr lang="en-US" sz="1200" b="1" kern="0" spc="50" dirty="0">
                    <a:solidFill>
                      <a:srgbClr val="5B6B7C"/>
                    </a:solidFill>
                    <a:latin typeface="Calibri" pitchFamily="34" charset="0"/>
                    <a:ea typeface="Calibri" pitchFamily="34" charset="-122"/>
                    <a:cs typeface="Calibri" pitchFamily="34" charset="-120"/>
                  </a:rPr>
                  <a:t>PRIMARY OUTCOME</a:t>
                </a:r>
                <a:endParaRPr lang="en-US" sz="1200" dirty="0"/>
              </a:p>
            </p:txBody>
          </p:sp>
          <p:sp>
            <p:nvSpPr>
              <p:cNvPr id="32" name="Text 25"/>
              <p:cNvSpPr/>
              <p:nvPr/>
            </p:nvSpPr>
            <p:spPr>
              <a:xfrm>
                <a:off x="6473952" y="5733288"/>
                <a:ext cx="2322576" cy="365760"/>
              </a:xfrm>
              <a:prstGeom prst="rect">
                <a:avLst/>
              </a:prstGeom>
              <a:noFill/>
              <a:ln/>
            </p:spPr>
            <p:txBody>
              <a:bodyPr wrap="square" rtlCol="0" anchor="ctr"/>
              <a:lstStyle/>
              <a:p>
                <a:pPr marL="0" indent="0">
                  <a:buNone/>
                </a:pPr>
                <a:r>
                  <a:rPr lang="en-US" sz="1400" b="1" dirty="0">
                    <a:solidFill>
                      <a:srgbClr val="1B2735"/>
                    </a:solidFill>
                    <a:latin typeface="Calibri" pitchFamily="34" charset="0"/>
                    <a:ea typeface="Calibri" pitchFamily="34" charset="-122"/>
                    <a:cs typeface="Calibri" pitchFamily="34" charset="-120"/>
                  </a:rPr>
                  <a:t>Spend exceeding budget</a:t>
                </a:r>
                <a:endParaRPr lang="en-US" sz="1400" dirty="0"/>
              </a:p>
            </p:txBody>
          </p:sp>
        </p:grpSp>
        <p:sp>
          <p:nvSpPr>
            <p:cNvPr id="33" name="Shape 26"/>
            <p:cNvSpPr/>
            <p:nvPr/>
          </p:nvSpPr>
          <p:spPr>
            <a:xfrm>
              <a:off x="9134856" y="4709160"/>
              <a:ext cx="2724912" cy="1490472"/>
            </a:xfrm>
            <a:prstGeom prst="roundRect">
              <a:avLst>
                <a:gd name="adj" fmla="val 580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34" name="Shape 27"/>
            <p:cNvSpPr/>
            <p:nvPr/>
          </p:nvSpPr>
          <p:spPr>
            <a:xfrm>
              <a:off x="9336024" y="4910328"/>
              <a:ext cx="502920" cy="502920"/>
            </a:xfrm>
            <a:prstGeom prst="ellipse">
              <a:avLst/>
            </a:prstGeom>
            <a:solidFill>
              <a:srgbClr val="F4F7FB"/>
            </a:solidFill>
            <a:ln/>
          </p:spPr>
          <p:txBody>
            <a:bodyPr/>
            <a:lstStyle/>
            <a:p>
              <a:endParaRPr lang="en-IN"/>
            </a:p>
          </p:txBody>
        </p:sp>
        <p:pic>
          <p:nvPicPr>
            <p:cNvPr id="35" name="Image 5" descr="report_assets/icon_shield_0F2A47.png"/>
            <p:cNvPicPr>
              <a:picLocks noChangeAspect="1"/>
            </p:cNvPicPr>
            <p:nvPr/>
          </p:nvPicPr>
          <p:blipFill>
            <a:blip r:embed="rId8">
              <a:duotone>
                <a:schemeClr val="accent5">
                  <a:shade val="45000"/>
                  <a:satMod val="135000"/>
                </a:schemeClr>
                <a:prstClr val="white"/>
              </a:duotone>
            </a:blip>
            <a:stretch>
              <a:fillRect/>
            </a:stretch>
          </p:blipFill>
          <p:spPr>
            <a:xfrm>
              <a:off x="9449181" y="5023485"/>
              <a:ext cx="276606" cy="276606"/>
            </a:xfrm>
            <a:prstGeom prst="rect">
              <a:avLst/>
            </a:prstGeom>
          </p:spPr>
        </p:pic>
        <p:sp>
          <p:nvSpPr>
            <p:cNvPr id="36" name="Text 28"/>
            <p:cNvSpPr/>
            <p:nvPr/>
          </p:nvSpPr>
          <p:spPr>
            <a:xfrm>
              <a:off x="9336024" y="5486400"/>
              <a:ext cx="2322576" cy="274320"/>
            </a:xfrm>
            <a:prstGeom prst="rect">
              <a:avLst/>
            </a:prstGeom>
            <a:noFill/>
            <a:ln/>
          </p:spPr>
          <p:txBody>
            <a:bodyPr wrap="square" rtlCol="0" anchor="ctr"/>
            <a:lstStyle/>
            <a:p>
              <a:pPr marL="0" indent="0">
                <a:buNone/>
              </a:pPr>
              <a:r>
                <a:rPr lang="en-US" sz="1200" b="1" kern="0" spc="50" dirty="0">
                  <a:solidFill>
                    <a:srgbClr val="5B6B7C"/>
                  </a:solidFill>
                  <a:latin typeface="Calibri" pitchFamily="34" charset="0"/>
                  <a:ea typeface="Calibri" pitchFamily="34" charset="-122"/>
                  <a:cs typeface="Calibri" pitchFamily="34" charset="-120"/>
                </a:rPr>
                <a:t>BALANCE CHECK</a:t>
              </a:r>
              <a:endParaRPr lang="en-US" sz="1200" dirty="0"/>
            </a:p>
          </p:txBody>
        </p:sp>
        <p:sp>
          <p:nvSpPr>
            <p:cNvPr id="37" name="Text 29"/>
            <p:cNvSpPr/>
            <p:nvPr/>
          </p:nvSpPr>
          <p:spPr>
            <a:xfrm>
              <a:off x="9336024" y="5733288"/>
              <a:ext cx="2322576" cy="365760"/>
            </a:xfrm>
            <a:prstGeom prst="rect">
              <a:avLst/>
            </a:prstGeom>
            <a:noFill/>
            <a:ln/>
          </p:spPr>
          <p:txBody>
            <a:bodyPr wrap="square" rtlCol="0" anchor="ctr"/>
            <a:lstStyle/>
            <a:p>
              <a:pPr marL="0" indent="0">
                <a:buNone/>
              </a:pPr>
              <a:r>
                <a:rPr lang="en-US" sz="1400" b="1" dirty="0">
                  <a:solidFill>
                    <a:srgbClr val="1B2735"/>
                  </a:solidFill>
                  <a:latin typeface="Calibri" pitchFamily="34" charset="0"/>
                  <a:ea typeface="Calibri" pitchFamily="34" charset="-122"/>
                  <a:cs typeface="Calibri" pitchFamily="34" charset="-120"/>
                </a:rPr>
                <a:t>Size mix confirmed even</a:t>
              </a:r>
              <a:endParaRPr lang="en-US" sz="1400" dirty="0"/>
            </a:p>
          </p:txBody>
        </p:sp>
      </p:grpSp>
      <p:sp>
        <p:nvSpPr>
          <p:cNvPr id="38" name="Text 30"/>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39" name="Text 31"/>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THE DATASET</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15,474 campaigns, clean and well-balanced</a:t>
            </a:r>
            <a:endParaRPr lang="en-US" sz="3000" dirty="0"/>
          </a:p>
        </p:txBody>
      </p:sp>
      <p:pic>
        <p:nvPicPr>
          <p:cNvPr id="11" name="Image 1" descr="report_assets/icon_grid_0F2A47.png"/>
          <p:cNvPicPr>
            <a:picLocks noChangeAspect="1"/>
          </p:cNvPicPr>
          <p:nvPr/>
        </p:nvPicPr>
        <p:blipFill>
          <a:blip r:embed="rId3"/>
          <a:stretch>
            <a:fillRect/>
          </a:stretch>
        </p:blipFill>
        <p:spPr>
          <a:xfrm>
            <a:off x="3735324" y="1906524"/>
            <a:ext cx="301752" cy="301752"/>
          </a:xfrm>
          <a:prstGeom prst="rect">
            <a:avLst/>
          </a:prstGeom>
        </p:spPr>
      </p:pic>
      <p:pic>
        <p:nvPicPr>
          <p:cNvPr id="16" name="Image 2" descr="report_assets/icon_check_0F2A47.png"/>
          <p:cNvPicPr>
            <a:picLocks noChangeAspect="1"/>
          </p:cNvPicPr>
          <p:nvPr/>
        </p:nvPicPr>
        <p:blipFill>
          <a:blip r:embed="rId4"/>
          <a:stretch>
            <a:fillRect/>
          </a:stretch>
        </p:blipFill>
        <p:spPr>
          <a:xfrm>
            <a:off x="6569964" y="1906524"/>
            <a:ext cx="301752" cy="301752"/>
          </a:xfrm>
          <a:prstGeom prst="rect">
            <a:avLst/>
          </a:prstGeom>
        </p:spPr>
      </p:pic>
      <p:grpSp>
        <p:nvGrpSpPr>
          <p:cNvPr id="50" name="Group 49">
            <a:extLst>
              <a:ext uri="{FF2B5EF4-FFF2-40B4-BE49-F238E27FC236}">
                <a16:creationId xmlns:a16="http://schemas.microsoft.com/office/drawing/2014/main" id="{F71F4372-99C3-ADDD-0C21-34743F2435F2}"/>
              </a:ext>
            </a:extLst>
          </p:cNvPr>
          <p:cNvGrpSpPr/>
          <p:nvPr/>
        </p:nvGrpSpPr>
        <p:grpSpPr>
          <a:xfrm>
            <a:off x="548640" y="1554480"/>
            <a:ext cx="8321040" cy="1749520"/>
            <a:chOff x="548640" y="1554480"/>
            <a:chExt cx="8321040" cy="1749520"/>
          </a:xfrm>
        </p:grpSpPr>
        <p:grpSp>
          <p:nvGrpSpPr>
            <p:cNvPr id="49" name="Group 48">
              <a:extLst>
                <a:ext uri="{FF2B5EF4-FFF2-40B4-BE49-F238E27FC236}">
                  <a16:creationId xmlns:a16="http://schemas.microsoft.com/office/drawing/2014/main" id="{E5167773-910D-0739-4818-627264A18BE9}"/>
                </a:ext>
              </a:extLst>
            </p:cNvPr>
            <p:cNvGrpSpPr/>
            <p:nvPr/>
          </p:nvGrpSpPr>
          <p:grpSpPr>
            <a:xfrm>
              <a:off x="548640" y="1554480"/>
              <a:ext cx="5486400" cy="1749520"/>
              <a:chOff x="548640" y="1554480"/>
              <a:chExt cx="5486400" cy="1749520"/>
            </a:xfrm>
          </p:grpSpPr>
          <p:grpSp>
            <p:nvGrpSpPr>
              <p:cNvPr id="48" name="Group 47">
                <a:extLst>
                  <a:ext uri="{FF2B5EF4-FFF2-40B4-BE49-F238E27FC236}">
                    <a16:creationId xmlns:a16="http://schemas.microsoft.com/office/drawing/2014/main" id="{140091DF-8D4F-E3EB-D442-6EFAD20C2E36}"/>
                  </a:ext>
                </a:extLst>
              </p:cNvPr>
              <p:cNvGrpSpPr/>
              <p:nvPr/>
            </p:nvGrpSpPr>
            <p:grpSpPr>
              <a:xfrm>
                <a:off x="548640" y="1566640"/>
                <a:ext cx="2651760" cy="1737360"/>
                <a:chOff x="548640" y="1566640"/>
                <a:chExt cx="2651760" cy="1737360"/>
              </a:xfrm>
            </p:grpSpPr>
            <p:sp>
              <p:nvSpPr>
                <p:cNvPr id="4" name="Shape 2"/>
                <p:cNvSpPr/>
                <p:nvPr/>
              </p:nvSpPr>
              <p:spPr>
                <a:xfrm>
                  <a:off x="548640" y="1566640"/>
                  <a:ext cx="2651760" cy="1737360"/>
                </a:xfrm>
                <a:prstGeom prst="roundRect">
                  <a:avLst>
                    <a:gd name="adj" fmla="val 4737"/>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5" name="Shape 3"/>
                <p:cNvSpPr/>
                <p:nvPr/>
              </p:nvSpPr>
              <p:spPr>
                <a:xfrm>
                  <a:off x="777240" y="1783080"/>
                  <a:ext cx="548640" cy="548640"/>
                </a:xfrm>
                <a:prstGeom prst="ellipse">
                  <a:avLst/>
                </a:prstGeom>
                <a:solidFill>
                  <a:srgbClr val="F4F7FB"/>
                </a:solidFill>
                <a:ln/>
              </p:spPr>
              <p:txBody>
                <a:bodyPr/>
                <a:lstStyle/>
                <a:p>
                  <a:endParaRPr lang="en-IN"/>
                </a:p>
              </p:txBody>
            </p:sp>
            <p:pic>
              <p:nvPicPr>
                <p:cNvPr id="6" name="Image 0" descr="report_assets/icon_database_0F2A47.png"/>
                <p:cNvPicPr>
                  <a:picLocks noChangeAspect="1"/>
                </p:cNvPicPr>
                <p:nvPr/>
              </p:nvPicPr>
              <p:blipFill>
                <a:blip r:embed="rId5"/>
                <a:stretch>
                  <a:fillRect/>
                </a:stretch>
              </p:blipFill>
              <p:spPr>
                <a:xfrm>
                  <a:off x="900684" y="1906524"/>
                  <a:ext cx="301752" cy="301752"/>
                </a:xfrm>
                <a:prstGeom prst="rect">
                  <a:avLst/>
                </a:prstGeom>
              </p:spPr>
            </p:pic>
            <p:sp>
              <p:nvSpPr>
                <p:cNvPr id="7" name="Text 4"/>
                <p:cNvSpPr/>
                <p:nvPr/>
              </p:nvSpPr>
              <p:spPr>
                <a:xfrm>
                  <a:off x="777240" y="2377440"/>
                  <a:ext cx="2194560" cy="502920"/>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15,474</a:t>
                  </a:r>
                  <a:endParaRPr lang="en-US" sz="2400" dirty="0"/>
                </a:p>
              </p:txBody>
            </p:sp>
            <p:sp>
              <p:nvSpPr>
                <p:cNvPr id="8" name="Text 5"/>
                <p:cNvSpPr/>
                <p:nvPr/>
              </p:nvSpPr>
              <p:spPr>
                <a:xfrm>
                  <a:off x="777240" y="2880360"/>
                  <a:ext cx="2194560" cy="365760"/>
                </a:xfrm>
                <a:prstGeom prst="rect">
                  <a:avLst/>
                </a:prstGeom>
                <a:noFill/>
                <a:ln/>
              </p:spPr>
              <p:txBody>
                <a:bodyPr wrap="square" rtlCol="0" anchor="ctr"/>
                <a:lstStyle/>
                <a:p>
                  <a:pPr marL="0" indent="0">
                    <a:buNone/>
                  </a:pPr>
                  <a:r>
                    <a:rPr lang="en-US" sz="1400" dirty="0">
                      <a:solidFill>
                        <a:srgbClr val="5B6B7C"/>
                      </a:solidFill>
                      <a:latin typeface="Calibri" pitchFamily="34" charset="0"/>
                      <a:ea typeface="Calibri" pitchFamily="34" charset="-122"/>
                      <a:cs typeface="Calibri" pitchFamily="34" charset="-120"/>
                    </a:rPr>
                    <a:t>Total campaigns</a:t>
                  </a:r>
                  <a:endParaRPr lang="en-US" sz="1400" dirty="0"/>
                </a:p>
              </p:txBody>
            </p:sp>
          </p:grpSp>
          <p:sp>
            <p:nvSpPr>
              <p:cNvPr id="9" name="Shape 6"/>
              <p:cNvSpPr/>
              <p:nvPr/>
            </p:nvSpPr>
            <p:spPr>
              <a:xfrm>
                <a:off x="3383280" y="1554480"/>
                <a:ext cx="2651760" cy="1737360"/>
              </a:xfrm>
              <a:prstGeom prst="roundRect">
                <a:avLst>
                  <a:gd name="adj" fmla="val 4737"/>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0" name="Shape 7"/>
              <p:cNvSpPr/>
              <p:nvPr/>
            </p:nvSpPr>
            <p:spPr>
              <a:xfrm>
                <a:off x="3611880" y="1783080"/>
                <a:ext cx="548640" cy="548640"/>
              </a:xfrm>
              <a:prstGeom prst="ellipse">
                <a:avLst/>
              </a:prstGeom>
              <a:solidFill>
                <a:srgbClr val="F4F7FB"/>
              </a:solidFill>
              <a:ln/>
            </p:spPr>
            <p:txBody>
              <a:bodyPr/>
              <a:lstStyle/>
              <a:p>
                <a:endParaRPr lang="en-IN"/>
              </a:p>
            </p:txBody>
          </p:sp>
          <p:sp>
            <p:nvSpPr>
              <p:cNvPr id="12" name="Text 8"/>
              <p:cNvSpPr/>
              <p:nvPr/>
            </p:nvSpPr>
            <p:spPr>
              <a:xfrm>
                <a:off x="3611880" y="2377440"/>
                <a:ext cx="2194560" cy="502920"/>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4</a:t>
                </a:r>
                <a:endParaRPr lang="en-US" sz="2400" dirty="0"/>
              </a:p>
            </p:txBody>
          </p:sp>
          <p:sp>
            <p:nvSpPr>
              <p:cNvPr id="13" name="Text 9"/>
              <p:cNvSpPr/>
              <p:nvPr/>
            </p:nvSpPr>
            <p:spPr>
              <a:xfrm>
                <a:off x="3611880" y="2880360"/>
                <a:ext cx="2194560" cy="365760"/>
              </a:xfrm>
              <a:prstGeom prst="rect">
                <a:avLst/>
              </a:prstGeom>
              <a:noFill/>
              <a:ln/>
            </p:spPr>
            <p:txBody>
              <a:bodyPr wrap="square" rtlCol="0" anchor="ctr"/>
              <a:lstStyle/>
              <a:p>
                <a:pPr marL="0" indent="0">
                  <a:buNone/>
                </a:pPr>
                <a:r>
                  <a:rPr lang="en-US" sz="1400" dirty="0">
                    <a:solidFill>
                      <a:srgbClr val="5B6B7C"/>
                    </a:solidFill>
                    <a:latin typeface="Calibri" pitchFamily="34" charset="0"/>
                    <a:ea typeface="Calibri" pitchFamily="34" charset="-122"/>
                    <a:cs typeface="Calibri" pitchFamily="34" charset="-120"/>
                  </a:rPr>
                  <a:t>Fields captured</a:t>
                </a:r>
                <a:endParaRPr lang="en-US" sz="1400" dirty="0"/>
              </a:p>
            </p:txBody>
          </p:sp>
        </p:grpSp>
        <p:sp>
          <p:nvSpPr>
            <p:cNvPr id="14" name="Shape 10"/>
            <p:cNvSpPr/>
            <p:nvPr/>
          </p:nvSpPr>
          <p:spPr>
            <a:xfrm>
              <a:off x="6217920" y="1554480"/>
              <a:ext cx="2651760" cy="1737360"/>
            </a:xfrm>
            <a:prstGeom prst="roundRect">
              <a:avLst>
                <a:gd name="adj" fmla="val 4737"/>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5" name="Shape 11"/>
            <p:cNvSpPr/>
            <p:nvPr/>
          </p:nvSpPr>
          <p:spPr>
            <a:xfrm>
              <a:off x="6446520" y="1783080"/>
              <a:ext cx="548640" cy="548640"/>
            </a:xfrm>
            <a:prstGeom prst="ellipse">
              <a:avLst/>
            </a:prstGeom>
            <a:solidFill>
              <a:srgbClr val="F4F7FB"/>
            </a:solidFill>
            <a:ln/>
          </p:spPr>
          <p:txBody>
            <a:bodyPr/>
            <a:lstStyle/>
            <a:p>
              <a:endParaRPr lang="en-IN"/>
            </a:p>
          </p:txBody>
        </p:sp>
        <p:sp>
          <p:nvSpPr>
            <p:cNvPr id="17" name="Text 12"/>
            <p:cNvSpPr/>
            <p:nvPr/>
          </p:nvSpPr>
          <p:spPr>
            <a:xfrm>
              <a:off x="6446520" y="2377440"/>
              <a:ext cx="2194560" cy="502920"/>
            </a:xfrm>
            <a:prstGeom prst="rect">
              <a:avLst/>
            </a:prstGeom>
            <a:noFill/>
            <a:ln/>
          </p:spPr>
          <p:txBody>
            <a:bodyPr wrap="square" rtlCol="0" anchor="ctr"/>
            <a:lstStyle/>
            <a:p>
              <a:pPr marL="0" indent="0">
                <a:buNone/>
              </a:pPr>
              <a:r>
                <a:rPr lang="en-US" sz="2400" b="1" dirty="0">
                  <a:solidFill>
                    <a:srgbClr val="12B76A"/>
                  </a:solidFill>
                  <a:latin typeface="Cambria" pitchFamily="34" charset="0"/>
                  <a:ea typeface="Cambria" pitchFamily="34" charset="-122"/>
                  <a:cs typeface="Cambria" pitchFamily="34" charset="-120"/>
                </a:rPr>
                <a:t>0</a:t>
              </a:r>
              <a:endParaRPr lang="en-US" sz="2400" dirty="0"/>
            </a:p>
          </p:txBody>
        </p:sp>
        <p:sp>
          <p:nvSpPr>
            <p:cNvPr id="18" name="Text 13"/>
            <p:cNvSpPr/>
            <p:nvPr/>
          </p:nvSpPr>
          <p:spPr>
            <a:xfrm>
              <a:off x="6446520" y="2880360"/>
              <a:ext cx="2194560" cy="365760"/>
            </a:xfrm>
            <a:prstGeom prst="rect">
              <a:avLst/>
            </a:prstGeom>
            <a:noFill/>
            <a:ln/>
          </p:spPr>
          <p:txBody>
            <a:bodyPr wrap="square" rtlCol="0" anchor="ctr"/>
            <a:lstStyle/>
            <a:p>
              <a:pPr marL="0" indent="0">
                <a:buNone/>
              </a:pPr>
              <a:r>
                <a:rPr lang="en-US" sz="1400" dirty="0">
                  <a:solidFill>
                    <a:srgbClr val="5B6B7C"/>
                  </a:solidFill>
                  <a:latin typeface="Calibri" pitchFamily="34" charset="0"/>
                  <a:ea typeface="Calibri" pitchFamily="34" charset="-122"/>
                  <a:cs typeface="Calibri" pitchFamily="34" charset="-120"/>
                </a:rPr>
                <a:t>Missing values / duplicates</a:t>
              </a:r>
              <a:endParaRPr lang="en-US" sz="1400" dirty="0"/>
            </a:p>
          </p:txBody>
        </p:sp>
      </p:grpSp>
      <p:grpSp>
        <p:nvGrpSpPr>
          <p:cNvPr id="51" name="Group 50">
            <a:extLst>
              <a:ext uri="{FF2B5EF4-FFF2-40B4-BE49-F238E27FC236}">
                <a16:creationId xmlns:a16="http://schemas.microsoft.com/office/drawing/2014/main" id="{AF1D202C-6DF9-91C3-D8A4-0B67B207CD51}"/>
              </a:ext>
            </a:extLst>
          </p:cNvPr>
          <p:cNvGrpSpPr/>
          <p:nvPr/>
        </p:nvGrpSpPr>
        <p:grpSpPr>
          <a:xfrm>
            <a:off x="9052560" y="1554480"/>
            <a:ext cx="2651760" cy="1737360"/>
            <a:chOff x="9052560" y="1554480"/>
            <a:chExt cx="2651760" cy="1737360"/>
          </a:xfrm>
        </p:grpSpPr>
        <p:sp>
          <p:nvSpPr>
            <p:cNvPr id="19" name="Shape 14"/>
            <p:cNvSpPr/>
            <p:nvPr/>
          </p:nvSpPr>
          <p:spPr>
            <a:xfrm>
              <a:off x="9052560" y="1554480"/>
              <a:ext cx="2651760" cy="1737360"/>
            </a:xfrm>
            <a:prstGeom prst="roundRect">
              <a:avLst>
                <a:gd name="adj" fmla="val 4737"/>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0" name="Shape 15"/>
            <p:cNvSpPr/>
            <p:nvPr/>
          </p:nvSpPr>
          <p:spPr>
            <a:xfrm>
              <a:off x="9281160" y="1783080"/>
              <a:ext cx="548640" cy="548640"/>
            </a:xfrm>
            <a:prstGeom prst="ellipse">
              <a:avLst/>
            </a:prstGeom>
            <a:solidFill>
              <a:srgbClr val="F4F7FB"/>
            </a:solidFill>
            <a:ln/>
          </p:spPr>
          <p:txBody>
            <a:bodyPr/>
            <a:lstStyle/>
            <a:p>
              <a:endParaRPr lang="en-IN"/>
            </a:p>
          </p:txBody>
        </p:sp>
        <p:pic>
          <p:nvPicPr>
            <p:cNvPr id="21" name="Image 3" descr="report_assets/icon_sliders_0F2A47.png"/>
            <p:cNvPicPr>
              <a:picLocks noChangeAspect="1"/>
            </p:cNvPicPr>
            <p:nvPr/>
          </p:nvPicPr>
          <p:blipFill>
            <a:blip r:embed="rId6"/>
            <a:stretch>
              <a:fillRect/>
            </a:stretch>
          </p:blipFill>
          <p:spPr>
            <a:xfrm>
              <a:off x="9404604" y="1906524"/>
              <a:ext cx="301752" cy="301752"/>
            </a:xfrm>
            <a:prstGeom prst="rect">
              <a:avLst/>
            </a:prstGeom>
          </p:spPr>
        </p:pic>
        <p:sp>
          <p:nvSpPr>
            <p:cNvPr id="22" name="Text 16"/>
            <p:cNvSpPr/>
            <p:nvPr/>
          </p:nvSpPr>
          <p:spPr>
            <a:xfrm>
              <a:off x="9281160" y="2377440"/>
              <a:ext cx="2194560" cy="502920"/>
            </a:xfrm>
            <a:prstGeom prst="rect">
              <a:avLst/>
            </a:prstGeom>
            <a:noFill/>
            <a:ln/>
          </p:spPr>
          <p:txBody>
            <a:bodyPr wrap="square" rtlCol="0" anchor="ctr"/>
            <a:lstStyle/>
            <a:p>
              <a:pPr marL="0" indent="0">
                <a:buNone/>
              </a:pPr>
              <a:r>
                <a:rPr lang="en-US" sz="2400" b="1" dirty="0">
                  <a:solidFill>
                    <a:srgbClr val="1D9BF0"/>
                  </a:solidFill>
                  <a:latin typeface="Cambria" pitchFamily="34" charset="0"/>
                  <a:ea typeface="Cambria" pitchFamily="34" charset="-122"/>
                  <a:cs typeface="Cambria" pitchFamily="34" charset="-120"/>
                </a:rPr>
                <a:t>49.97 / 50.03</a:t>
              </a:r>
              <a:endParaRPr lang="en-US" sz="2400" dirty="0"/>
            </a:p>
          </p:txBody>
        </p:sp>
        <p:sp>
          <p:nvSpPr>
            <p:cNvPr id="23" name="Text 17"/>
            <p:cNvSpPr/>
            <p:nvPr/>
          </p:nvSpPr>
          <p:spPr>
            <a:xfrm>
              <a:off x="9281160" y="2880360"/>
              <a:ext cx="2194560" cy="365760"/>
            </a:xfrm>
            <a:prstGeom prst="rect">
              <a:avLst/>
            </a:prstGeom>
            <a:noFill/>
            <a:ln/>
          </p:spPr>
          <p:txBody>
            <a:bodyPr wrap="square" rtlCol="0" anchor="ctr"/>
            <a:lstStyle/>
            <a:p>
              <a:pPr marL="0" indent="0">
                <a:buNone/>
              </a:pPr>
              <a:r>
                <a:rPr lang="en-US" sz="1400" dirty="0">
                  <a:solidFill>
                    <a:srgbClr val="5B6B7C"/>
                  </a:solidFill>
                  <a:latin typeface="Calibri" pitchFamily="34" charset="0"/>
                  <a:ea typeface="Calibri" pitchFamily="34" charset="-122"/>
                  <a:cs typeface="Calibri" pitchFamily="34" charset="-120"/>
                </a:rPr>
                <a:t>% Control / Treatment split</a:t>
              </a:r>
              <a:endParaRPr lang="en-US" sz="1400" dirty="0"/>
            </a:p>
          </p:txBody>
        </p:sp>
      </p:grpSp>
      <p:sp>
        <p:nvSpPr>
          <p:cNvPr id="24" name="Text 18"/>
          <p:cNvSpPr/>
          <p:nvPr/>
        </p:nvSpPr>
        <p:spPr>
          <a:xfrm>
            <a:off x="579120" y="3520440"/>
            <a:ext cx="5486400" cy="274320"/>
          </a:xfrm>
          <a:prstGeom prst="rect">
            <a:avLst/>
          </a:prstGeom>
          <a:noFill/>
          <a:ln/>
        </p:spPr>
        <p:txBody>
          <a:bodyPr wrap="square" rtlCol="0" anchor="ctr"/>
          <a:lstStyle/>
          <a:p>
            <a:pPr marL="0" indent="0">
              <a:buNone/>
            </a:pPr>
            <a:r>
              <a:rPr lang="en-US" sz="1400" b="1" kern="0" spc="150" dirty="0">
                <a:solidFill>
                  <a:srgbClr val="5B6B7C"/>
                </a:solidFill>
                <a:latin typeface="Calibri" pitchFamily="34" charset="0"/>
                <a:ea typeface="Calibri" pitchFamily="34" charset="-122"/>
                <a:cs typeface="Calibri" pitchFamily="34" charset="-120"/>
              </a:rPr>
              <a:t>FIELDS IN THE DATASET</a:t>
            </a:r>
            <a:endParaRPr lang="en-US" sz="1400" dirty="0"/>
          </a:p>
        </p:txBody>
      </p:sp>
      <p:grpSp>
        <p:nvGrpSpPr>
          <p:cNvPr id="52" name="Group 51">
            <a:extLst>
              <a:ext uri="{FF2B5EF4-FFF2-40B4-BE49-F238E27FC236}">
                <a16:creationId xmlns:a16="http://schemas.microsoft.com/office/drawing/2014/main" id="{3F9FCBCC-6F46-5333-9561-EA2CB9950836}"/>
              </a:ext>
            </a:extLst>
          </p:cNvPr>
          <p:cNvGrpSpPr/>
          <p:nvPr/>
        </p:nvGrpSpPr>
        <p:grpSpPr>
          <a:xfrm>
            <a:off x="548640" y="3886200"/>
            <a:ext cx="5577840" cy="2514600"/>
            <a:chOff x="548640" y="3886200"/>
            <a:chExt cx="5577840" cy="2514600"/>
          </a:xfrm>
        </p:grpSpPr>
        <p:sp>
          <p:nvSpPr>
            <p:cNvPr id="25" name="Shape 19"/>
            <p:cNvSpPr/>
            <p:nvPr/>
          </p:nvSpPr>
          <p:spPr>
            <a:xfrm>
              <a:off x="548640" y="3886200"/>
              <a:ext cx="5577840" cy="2514600"/>
            </a:xfrm>
            <a:prstGeom prst="roundRect">
              <a:avLst>
                <a:gd name="adj" fmla="val 327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6" name="Text 20"/>
            <p:cNvSpPr/>
            <p:nvPr/>
          </p:nvSpPr>
          <p:spPr>
            <a:xfrm>
              <a:off x="822960" y="4023360"/>
              <a:ext cx="1828800" cy="365760"/>
            </a:xfrm>
            <a:prstGeom prst="rect">
              <a:avLst/>
            </a:prstGeom>
            <a:noFill/>
            <a:ln/>
          </p:spPr>
          <p:txBody>
            <a:bodyPr wrap="square" rtlCol="0" anchor="ctr"/>
            <a:lstStyle/>
            <a:p>
              <a:pPr marL="0" indent="0">
                <a:buNone/>
              </a:pPr>
              <a:r>
                <a:rPr lang="en-US" sz="1400" b="1" dirty="0">
                  <a:solidFill>
                    <a:srgbClr val="1D9BF0"/>
                  </a:solidFill>
                  <a:latin typeface="Consolas" pitchFamily="34" charset="0"/>
                  <a:ea typeface="Consolas" pitchFamily="34" charset="-122"/>
                  <a:cs typeface="Consolas" pitchFamily="34" charset="-120"/>
                </a:rPr>
                <a:t>treatment</a:t>
              </a:r>
              <a:endParaRPr lang="en-US" sz="1400" dirty="0"/>
            </a:p>
          </p:txBody>
        </p:sp>
        <p:sp>
          <p:nvSpPr>
            <p:cNvPr id="27" name="Text 21"/>
            <p:cNvSpPr/>
            <p:nvPr/>
          </p:nvSpPr>
          <p:spPr>
            <a:xfrm>
              <a:off x="2651760" y="4023360"/>
              <a:ext cx="123444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boolean</a:t>
              </a:r>
              <a:endParaRPr lang="en-US" sz="1400" dirty="0"/>
            </a:p>
          </p:txBody>
        </p:sp>
        <p:sp>
          <p:nvSpPr>
            <p:cNvPr id="28" name="Text 22"/>
            <p:cNvSpPr/>
            <p:nvPr/>
          </p:nvSpPr>
          <p:spPr>
            <a:xfrm>
              <a:off x="3886200" y="4023360"/>
              <a:ext cx="2148840" cy="365760"/>
            </a:xfrm>
            <a:prstGeom prst="rect">
              <a:avLst/>
            </a:prstGeom>
            <a:noFill/>
            <a:ln/>
          </p:spPr>
          <p:txBody>
            <a:bodyPr wrap="square" rtlCol="0" anchor="ctr"/>
            <a:lstStyle/>
            <a:p>
              <a:pPr marL="0" indent="0">
                <a:buNone/>
              </a:pPr>
              <a:r>
                <a:rPr lang="en-US" sz="1400" dirty="0">
                  <a:solidFill>
                    <a:srgbClr val="1B2735"/>
                  </a:solidFill>
                  <a:latin typeface="Calibri" pitchFamily="34" charset="0"/>
                  <a:ea typeface="Calibri" pitchFamily="34" charset="-122"/>
                  <a:cs typeface="Calibri" pitchFamily="34" charset="-120"/>
                </a:rPr>
                <a:t>New (impression) vs. old (click) product</a:t>
              </a:r>
              <a:endParaRPr lang="en-US" sz="1400" dirty="0"/>
            </a:p>
          </p:txBody>
        </p:sp>
        <p:sp>
          <p:nvSpPr>
            <p:cNvPr id="29" name="Shape 23"/>
            <p:cNvSpPr/>
            <p:nvPr/>
          </p:nvSpPr>
          <p:spPr>
            <a:xfrm>
              <a:off x="822960" y="4443984"/>
              <a:ext cx="5029200" cy="0"/>
            </a:xfrm>
            <a:prstGeom prst="line">
              <a:avLst/>
            </a:prstGeom>
            <a:noFill/>
            <a:ln w="9525">
              <a:solidFill>
                <a:srgbClr val="DFE7F0"/>
              </a:solidFill>
              <a:prstDash val="solid"/>
            </a:ln>
          </p:spPr>
          <p:txBody>
            <a:bodyPr/>
            <a:lstStyle/>
            <a:p>
              <a:endParaRPr lang="en-IN"/>
            </a:p>
          </p:txBody>
        </p:sp>
        <p:sp>
          <p:nvSpPr>
            <p:cNvPr id="30" name="Text 24"/>
            <p:cNvSpPr/>
            <p:nvPr/>
          </p:nvSpPr>
          <p:spPr>
            <a:xfrm>
              <a:off x="822960" y="4599432"/>
              <a:ext cx="1828800" cy="365760"/>
            </a:xfrm>
            <a:prstGeom prst="rect">
              <a:avLst/>
            </a:prstGeom>
            <a:noFill/>
            <a:ln/>
          </p:spPr>
          <p:txBody>
            <a:bodyPr wrap="square" rtlCol="0" anchor="ctr"/>
            <a:lstStyle/>
            <a:p>
              <a:pPr marL="0" indent="0">
                <a:buNone/>
              </a:pPr>
              <a:r>
                <a:rPr lang="en-US" sz="1400" b="1" dirty="0">
                  <a:solidFill>
                    <a:srgbClr val="1D9BF0"/>
                  </a:solidFill>
                  <a:latin typeface="Consolas" pitchFamily="34" charset="0"/>
                  <a:ea typeface="Consolas" pitchFamily="34" charset="-122"/>
                  <a:cs typeface="Consolas" pitchFamily="34" charset="-120"/>
                </a:rPr>
                <a:t>company_size</a:t>
              </a:r>
              <a:endParaRPr lang="en-US" sz="1400" dirty="0"/>
            </a:p>
          </p:txBody>
        </p:sp>
        <p:sp>
          <p:nvSpPr>
            <p:cNvPr id="31" name="Text 25"/>
            <p:cNvSpPr/>
            <p:nvPr/>
          </p:nvSpPr>
          <p:spPr>
            <a:xfrm>
              <a:off x="2651760" y="4599432"/>
              <a:ext cx="123444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categorical</a:t>
              </a:r>
              <a:endParaRPr lang="en-US" sz="1400" dirty="0"/>
            </a:p>
          </p:txBody>
        </p:sp>
        <p:sp>
          <p:nvSpPr>
            <p:cNvPr id="32" name="Text 26"/>
            <p:cNvSpPr/>
            <p:nvPr/>
          </p:nvSpPr>
          <p:spPr>
            <a:xfrm>
              <a:off x="3886200" y="4599432"/>
              <a:ext cx="2148840" cy="365760"/>
            </a:xfrm>
            <a:prstGeom prst="rect">
              <a:avLst/>
            </a:prstGeom>
            <a:noFill/>
            <a:ln/>
          </p:spPr>
          <p:txBody>
            <a:bodyPr wrap="square" rtlCol="0" anchor="ctr"/>
            <a:lstStyle/>
            <a:p>
              <a:pPr marL="0" indent="0">
                <a:buNone/>
              </a:pPr>
              <a:r>
                <a:rPr lang="en-US" sz="1400" dirty="0">
                  <a:solidFill>
                    <a:srgbClr val="1B2735"/>
                  </a:solidFill>
                  <a:latin typeface="Calibri" pitchFamily="34" charset="0"/>
                  <a:ea typeface="Calibri" pitchFamily="34" charset="-122"/>
                  <a:cs typeface="Calibri" pitchFamily="34" charset="-120"/>
                </a:rPr>
                <a:t>small / medium / large advertiser</a:t>
              </a:r>
              <a:endParaRPr lang="en-US" sz="1400" dirty="0"/>
            </a:p>
          </p:txBody>
        </p:sp>
        <p:sp>
          <p:nvSpPr>
            <p:cNvPr id="33" name="Shape 27"/>
            <p:cNvSpPr/>
            <p:nvPr/>
          </p:nvSpPr>
          <p:spPr>
            <a:xfrm>
              <a:off x="822960" y="5020056"/>
              <a:ext cx="5029200" cy="0"/>
            </a:xfrm>
            <a:prstGeom prst="line">
              <a:avLst/>
            </a:prstGeom>
            <a:noFill/>
            <a:ln w="9525">
              <a:solidFill>
                <a:srgbClr val="DFE7F0"/>
              </a:solidFill>
              <a:prstDash val="solid"/>
            </a:ln>
          </p:spPr>
          <p:txBody>
            <a:bodyPr/>
            <a:lstStyle/>
            <a:p>
              <a:endParaRPr lang="en-IN"/>
            </a:p>
          </p:txBody>
        </p:sp>
        <p:sp>
          <p:nvSpPr>
            <p:cNvPr id="34" name="Text 28"/>
            <p:cNvSpPr/>
            <p:nvPr/>
          </p:nvSpPr>
          <p:spPr>
            <a:xfrm>
              <a:off x="822960" y="5175504"/>
              <a:ext cx="1828800" cy="365760"/>
            </a:xfrm>
            <a:prstGeom prst="rect">
              <a:avLst/>
            </a:prstGeom>
            <a:noFill/>
            <a:ln/>
          </p:spPr>
          <p:txBody>
            <a:bodyPr wrap="square" rtlCol="0" anchor="ctr"/>
            <a:lstStyle/>
            <a:p>
              <a:pPr marL="0" indent="0">
                <a:buNone/>
              </a:pPr>
              <a:r>
                <a:rPr lang="en-US" sz="1400" b="1" dirty="0">
                  <a:solidFill>
                    <a:srgbClr val="1D9BF0"/>
                  </a:solidFill>
                  <a:latin typeface="Consolas" pitchFamily="34" charset="0"/>
                  <a:ea typeface="Consolas" pitchFamily="34" charset="-122"/>
                  <a:cs typeface="Consolas" pitchFamily="34" charset="-120"/>
                </a:rPr>
                <a:t>campaign_budget</a:t>
              </a:r>
              <a:endParaRPr lang="en-US" sz="1400" dirty="0"/>
            </a:p>
          </p:txBody>
        </p:sp>
        <p:sp>
          <p:nvSpPr>
            <p:cNvPr id="35" name="Text 29"/>
            <p:cNvSpPr/>
            <p:nvPr/>
          </p:nvSpPr>
          <p:spPr>
            <a:xfrm>
              <a:off x="2651760" y="5175504"/>
              <a:ext cx="123444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float ($)</a:t>
              </a:r>
              <a:endParaRPr lang="en-US" sz="1400" dirty="0"/>
            </a:p>
          </p:txBody>
        </p:sp>
        <p:sp>
          <p:nvSpPr>
            <p:cNvPr id="36" name="Text 30"/>
            <p:cNvSpPr/>
            <p:nvPr/>
          </p:nvSpPr>
          <p:spPr>
            <a:xfrm>
              <a:off x="3886200" y="5175504"/>
              <a:ext cx="2148840" cy="365760"/>
            </a:xfrm>
            <a:prstGeom prst="rect">
              <a:avLst/>
            </a:prstGeom>
            <a:noFill/>
            <a:ln/>
          </p:spPr>
          <p:txBody>
            <a:bodyPr wrap="square" rtlCol="0" anchor="ctr"/>
            <a:lstStyle/>
            <a:p>
              <a:pPr marL="0" indent="0">
                <a:buNone/>
              </a:pPr>
              <a:r>
                <a:rPr lang="en-US" sz="1400" dirty="0">
                  <a:solidFill>
                    <a:srgbClr val="1B2735"/>
                  </a:solidFill>
                  <a:latin typeface="Calibri" pitchFamily="34" charset="0"/>
                  <a:ea typeface="Calibri" pitchFamily="34" charset="-122"/>
                  <a:cs typeface="Calibri" pitchFamily="34" charset="-120"/>
                </a:rPr>
                <a:t>Budget set by the advertiser</a:t>
              </a:r>
              <a:endParaRPr lang="en-US" sz="1400" dirty="0"/>
            </a:p>
          </p:txBody>
        </p:sp>
        <p:sp>
          <p:nvSpPr>
            <p:cNvPr id="37" name="Shape 31"/>
            <p:cNvSpPr/>
            <p:nvPr/>
          </p:nvSpPr>
          <p:spPr>
            <a:xfrm>
              <a:off x="822960" y="5596128"/>
              <a:ext cx="5029200" cy="0"/>
            </a:xfrm>
            <a:prstGeom prst="line">
              <a:avLst/>
            </a:prstGeom>
            <a:noFill/>
            <a:ln w="9525">
              <a:solidFill>
                <a:srgbClr val="DFE7F0"/>
              </a:solidFill>
              <a:prstDash val="solid"/>
            </a:ln>
          </p:spPr>
          <p:txBody>
            <a:bodyPr/>
            <a:lstStyle/>
            <a:p>
              <a:endParaRPr lang="en-IN"/>
            </a:p>
          </p:txBody>
        </p:sp>
        <p:sp>
          <p:nvSpPr>
            <p:cNvPr id="38" name="Text 32"/>
            <p:cNvSpPr/>
            <p:nvPr/>
          </p:nvSpPr>
          <p:spPr>
            <a:xfrm>
              <a:off x="822960" y="5751576"/>
              <a:ext cx="1828800" cy="365760"/>
            </a:xfrm>
            <a:prstGeom prst="rect">
              <a:avLst/>
            </a:prstGeom>
            <a:noFill/>
            <a:ln/>
          </p:spPr>
          <p:txBody>
            <a:bodyPr wrap="square" rtlCol="0" anchor="ctr"/>
            <a:lstStyle/>
            <a:p>
              <a:pPr marL="0" indent="0">
                <a:buNone/>
              </a:pPr>
              <a:r>
                <a:rPr lang="en-US" sz="1400" b="1" dirty="0">
                  <a:solidFill>
                    <a:srgbClr val="1D9BF0"/>
                  </a:solidFill>
                  <a:latin typeface="Consolas" pitchFamily="34" charset="0"/>
                  <a:ea typeface="Consolas" pitchFamily="34" charset="-122"/>
                  <a:cs typeface="Consolas" pitchFamily="34" charset="-120"/>
                </a:rPr>
                <a:t>campaign_spend</a:t>
              </a:r>
              <a:endParaRPr lang="en-US" sz="1400" dirty="0"/>
            </a:p>
          </p:txBody>
        </p:sp>
        <p:sp>
          <p:nvSpPr>
            <p:cNvPr id="39" name="Text 33"/>
            <p:cNvSpPr/>
            <p:nvPr/>
          </p:nvSpPr>
          <p:spPr>
            <a:xfrm>
              <a:off x="2651760" y="5751576"/>
              <a:ext cx="123444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float ($)</a:t>
              </a:r>
              <a:endParaRPr lang="en-US" sz="1400" dirty="0"/>
            </a:p>
          </p:txBody>
        </p:sp>
        <p:sp>
          <p:nvSpPr>
            <p:cNvPr id="40" name="Text 34"/>
            <p:cNvSpPr/>
            <p:nvPr/>
          </p:nvSpPr>
          <p:spPr>
            <a:xfrm>
              <a:off x="3886200" y="5751576"/>
              <a:ext cx="2148840" cy="365760"/>
            </a:xfrm>
            <a:prstGeom prst="rect">
              <a:avLst/>
            </a:prstGeom>
            <a:noFill/>
            <a:ln/>
          </p:spPr>
          <p:txBody>
            <a:bodyPr wrap="square" rtlCol="0" anchor="ctr"/>
            <a:lstStyle/>
            <a:p>
              <a:pPr marL="0" indent="0">
                <a:buNone/>
              </a:pPr>
              <a:r>
                <a:rPr lang="en-US" sz="1400" dirty="0">
                  <a:solidFill>
                    <a:srgbClr val="1B2735"/>
                  </a:solidFill>
                  <a:latin typeface="Calibri" pitchFamily="34" charset="0"/>
                  <a:ea typeface="Calibri" pitchFamily="34" charset="-122"/>
                  <a:cs typeface="Calibri" pitchFamily="34" charset="-120"/>
                </a:rPr>
                <a:t>Actual amount spent</a:t>
              </a:r>
              <a:endParaRPr lang="en-US" sz="1400" dirty="0"/>
            </a:p>
          </p:txBody>
        </p:sp>
      </p:grpSp>
      <p:sp>
        <p:nvSpPr>
          <p:cNvPr id="41" name="Text 35"/>
          <p:cNvSpPr/>
          <p:nvPr/>
        </p:nvSpPr>
        <p:spPr>
          <a:xfrm>
            <a:off x="6400800" y="3520440"/>
            <a:ext cx="5212080" cy="274320"/>
          </a:xfrm>
          <a:prstGeom prst="rect">
            <a:avLst/>
          </a:prstGeom>
          <a:noFill/>
          <a:ln/>
        </p:spPr>
        <p:txBody>
          <a:bodyPr wrap="square" rtlCol="0" anchor="ctr"/>
          <a:lstStyle/>
          <a:p>
            <a:pPr marL="0" indent="0">
              <a:buNone/>
            </a:pPr>
            <a:r>
              <a:rPr lang="en-US" sz="1400" b="1" kern="0" spc="150" dirty="0">
                <a:solidFill>
                  <a:srgbClr val="5B6B7C"/>
                </a:solidFill>
                <a:latin typeface="Calibri" pitchFamily="34" charset="0"/>
                <a:ea typeface="Calibri" pitchFamily="34" charset="-122"/>
                <a:cs typeface="Calibri" pitchFamily="34" charset="-120"/>
              </a:rPr>
              <a:t>COMPANY-SIZE MIX IS EVEN ACROSS ARMS</a:t>
            </a:r>
            <a:endParaRPr lang="en-US" sz="1400" dirty="0"/>
          </a:p>
        </p:txBody>
      </p:sp>
      <p:grpSp>
        <p:nvGrpSpPr>
          <p:cNvPr id="53" name="Group 52">
            <a:extLst>
              <a:ext uri="{FF2B5EF4-FFF2-40B4-BE49-F238E27FC236}">
                <a16:creationId xmlns:a16="http://schemas.microsoft.com/office/drawing/2014/main" id="{F9C2C911-014D-B78E-0436-BACBAC91F8AC}"/>
              </a:ext>
            </a:extLst>
          </p:cNvPr>
          <p:cNvGrpSpPr/>
          <p:nvPr/>
        </p:nvGrpSpPr>
        <p:grpSpPr>
          <a:xfrm>
            <a:off x="6469769" y="3886200"/>
            <a:ext cx="5257800" cy="2514600"/>
            <a:chOff x="6469769" y="3886200"/>
            <a:chExt cx="5257800" cy="2514600"/>
          </a:xfrm>
        </p:grpSpPr>
        <p:sp>
          <p:nvSpPr>
            <p:cNvPr id="42" name="Shape 36"/>
            <p:cNvSpPr/>
            <p:nvPr/>
          </p:nvSpPr>
          <p:spPr>
            <a:xfrm>
              <a:off x="6469769" y="3886200"/>
              <a:ext cx="5257800" cy="2514600"/>
            </a:xfrm>
            <a:prstGeom prst="roundRect">
              <a:avLst>
                <a:gd name="adj" fmla="val 327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graphicFrame>
          <p:nvGraphicFramePr>
            <p:cNvPr id="43" name="Chart 0"/>
            <p:cNvGraphicFramePr/>
            <p:nvPr>
              <p:extLst>
                <p:ext uri="{D42A27DB-BD31-4B8C-83A1-F6EECF244321}">
                  <p14:modId xmlns:p14="http://schemas.microsoft.com/office/powerpoint/2010/main" val="2661386429"/>
                </p:ext>
              </p:extLst>
            </p:nvPr>
          </p:nvGraphicFramePr>
          <p:xfrm>
            <a:off x="6583680" y="3977640"/>
            <a:ext cx="5059680" cy="2331720"/>
          </p:xfrm>
          <a:graphic>
            <a:graphicData uri="http://schemas.openxmlformats.org/drawingml/2006/chart">
              <c:chart xmlns:c="http://schemas.openxmlformats.org/drawingml/2006/chart" xmlns:r="http://schemas.openxmlformats.org/officeDocument/2006/relationships" r:id="rId7"/>
            </a:graphicData>
          </a:graphic>
        </p:graphicFrame>
      </p:grpSp>
      <p:sp>
        <p:nvSpPr>
          <p:cNvPr id="44" name="Text 37"/>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45" name="Text 38"/>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05</a:t>
            </a:r>
            <a:endParaRPr lang="en-US" sz="1000" dirty="0"/>
          </a:p>
        </p:txBody>
      </p:sp>
      <p:pic>
        <p:nvPicPr>
          <p:cNvPr id="54" name="Image 1" descr="report_assets/icon_grid_0F2A47.png">
            <a:extLst>
              <a:ext uri="{FF2B5EF4-FFF2-40B4-BE49-F238E27FC236}">
                <a16:creationId xmlns:a16="http://schemas.microsoft.com/office/drawing/2014/main" id="{06D75509-CA1B-BC73-349F-455674ECC3CC}"/>
              </a:ext>
            </a:extLst>
          </p:cNvPr>
          <p:cNvPicPr>
            <a:picLocks noChangeAspect="1"/>
          </p:cNvPicPr>
          <p:nvPr/>
        </p:nvPicPr>
        <p:blipFill>
          <a:blip r:embed="rId3"/>
          <a:stretch>
            <a:fillRect/>
          </a:stretch>
        </p:blipFill>
        <p:spPr>
          <a:xfrm>
            <a:off x="3736848" y="1899980"/>
            <a:ext cx="301752" cy="301752"/>
          </a:xfrm>
          <a:prstGeom prst="rect">
            <a:avLst/>
          </a:prstGeom>
        </p:spPr>
      </p:pic>
      <p:pic>
        <p:nvPicPr>
          <p:cNvPr id="55" name="Image 2" descr="report_assets/icon_check_0F2A47.png">
            <a:extLst>
              <a:ext uri="{FF2B5EF4-FFF2-40B4-BE49-F238E27FC236}">
                <a16:creationId xmlns:a16="http://schemas.microsoft.com/office/drawing/2014/main" id="{AFE4DFF3-CBA9-BCFF-3DEB-3A440C927776}"/>
              </a:ext>
            </a:extLst>
          </p:cNvPr>
          <p:cNvPicPr>
            <a:picLocks noChangeAspect="1"/>
          </p:cNvPicPr>
          <p:nvPr/>
        </p:nvPicPr>
        <p:blipFill>
          <a:blip r:embed="rId4"/>
          <a:stretch>
            <a:fillRect/>
          </a:stretch>
        </p:blipFill>
        <p:spPr>
          <a:xfrm>
            <a:off x="6569964" y="1899980"/>
            <a:ext cx="301752" cy="3017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HOW WE ANALYZED IT</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Built for skewed, real-world ad-spend data</a:t>
            </a:r>
            <a:endParaRPr lang="en-US" sz="3000" dirty="0"/>
          </a:p>
        </p:txBody>
      </p:sp>
      <p:sp>
        <p:nvSpPr>
          <p:cNvPr id="4" name="Text 2"/>
          <p:cNvSpPr/>
          <p:nvPr/>
        </p:nvSpPr>
        <p:spPr>
          <a:xfrm>
            <a:off x="548640" y="1371600"/>
            <a:ext cx="10789920" cy="50292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Campaign spend and budget are heavily right-skewed — a handful of huge advertisers dominate the raw averages. Every methodology choice below accounts for that.</a:t>
            </a:r>
            <a:endParaRPr lang="en-US" sz="1400" dirty="0"/>
          </a:p>
        </p:txBody>
      </p:sp>
      <p:grpSp>
        <p:nvGrpSpPr>
          <p:cNvPr id="38" name="Group 37">
            <a:extLst>
              <a:ext uri="{FF2B5EF4-FFF2-40B4-BE49-F238E27FC236}">
                <a16:creationId xmlns:a16="http://schemas.microsoft.com/office/drawing/2014/main" id="{25A58E36-4E16-C5EF-8D7C-15A48992E965}"/>
              </a:ext>
            </a:extLst>
          </p:cNvPr>
          <p:cNvGrpSpPr/>
          <p:nvPr/>
        </p:nvGrpSpPr>
        <p:grpSpPr>
          <a:xfrm>
            <a:off x="548640" y="2148840"/>
            <a:ext cx="7333488" cy="1965960"/>
            <a:chOff x="548640" y="2148840"/>
            <a:chExt cx="7333488" cy="1965960"/>
          </a:xfrm>
        </p:grpSpPr>
        <p:grpSp>
          <p:nvGrpSpPr>
            <p:cNvPr id="37" name="Group 36">
              <a:extLst>
                <a:ext uri="{FF2B5EF4-FFF2-40B4-BE49-F238E27FC236}">
                  <a16:creationId xmlns:a16="http://schemas.microsoft.com/office/drawing/2014/main" id="{99193789-4858-918A-7F09-DAF197A12CA1}"/>
                </a:ext>
              </a:extLst>
            </p:cNvPr>
            <p:cNvGrpSpPr/>
            <p:nvPr/>
          </p:nvGrpSpPr>
          <p:grpSpPr>
            <a:xfrm>
              <a:off x="548640" y="2148840"/>
              <a:ext cx="3520440" cy="1965960"/>
              <a:chOff x="548640" y="2148840"/>
              <a:chExt cx="3520440" cy="1965960"/>
            </a:xfrm>
          </p:grpSpPr>
          <p:sp>
            <p:nvSpPr>
              <p:cNvPr id="5" name="Shape 3"/>
              <p:cNvSpPr/>
              <p:nvPr/>
            </p:nvSpPr>
            <p:spPr>
              <a:xfrm>
                <a:off x="548640" y="2148840"/>
                <a:ext cx="3520440" cy="1965960"/>
              </a:xfrm>
              <a:prstGeom prst="roundRect">
                <a:avLst>
                  <a:gd name="adj" fmla="val 418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6" name="Shape 4"/>
              <p:cNvSpPr/>
              <p:nvPr/>
            </p:nvSpPr>
            <p:spPr>
              <a:xfrm>
                <a:off x="804672" y="2404872"/>
                <a:ext cx="594360" cy="594360"/>
              </a:xfrm>
              <a:prstGeom prst="ellipse">
                <a:avLst/>
              </a:prstGeom>
              <a:solidFill>
                <a:srgbClr val="EAF4FE"/>
              </a:solidFill>
              <a:ln/>
            </p:spPr>
            <p:txBody>
              <a:bodyPr/>
              <a:lstStyle/>
              <a:p>
                <a:endParaRPr lang="en-IN"/>
              </a:p>
            </p:txBody>
          </p:sp>
          <p:pic>
            <p:nvPicPr>
              <p:cNvPr id="7" name="Image 0" descr="report_assets/icon_eye_1D9BF0.png"/>
              <p:cNvPicPr>
                <a:picLocks noChangeAspect="1"/>
              </p:cNvPicPr>
              <p:nvPr/>
            </p:nvPicPr>
            <p:blipFill>
              <a:blip r:embed="rId3"/>
              <a:stretch>
                <a:fillRect/>
              </a:stretch>
            </p:blipFill>
            <p:spPr>
              <a:xfrm>
                <a:off x="953262" y="2553462"/>
                <a:ext cx="297180" cy="297180"/>
              </a:xfrm>
              <a:prstGeom prst="rect">
                <a:avLst/>
              </a:prstGeom>
            </p:spPr>
          </p:pic>
          <p:sp>
            <p:nvSpPr>
              <p:cNvPr id="8" name="Text 5"/>
              <p:cNvSpPr/>
              <p:nvPr/>
            </p:nvSpPr>
            <p:spPr>
              <a:xfrm>
                <a:off x="1554480" y="2404872"/>
                <a:ext cx="22860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Log-scale visuals</a:t>
                </a:r>
                <a:endParaRPr lang="en-US" sz="1600" dirty="0"/>
              </a:p>
            </p:txBody>
          </p:sp>
          <p:sp>
            <p:nvSpPr>
              <p:cNvPr id="9" name="Text 6"/>
              <p:cNvSpPr/>
              <p:nvPr/>
            </p:nvSpPr>
            <p:spPr>
              <a:xfrm>
                <a:off x="804672" y="3108960"/>
                <a:ext cx="3008376" cy="914400"/>
              </a:xfrm>
              <a:prstGeom prst="rect">
                <a:avLst/>
              </a:prstGeom>
              <a:noFill/>
              <a:ln/>
            </p:spPr>
            <p:txBody>
              <a:bodyPr wrap="square" rtlCol="0" anchor="ctr"/>
              <a:lstStyle/>
              <a:p>
                <a:pPr marL="0" indent="0">
                  <a:lnSpc>
                    <a:spcPts val="1550"/>
                  </a:lnSpc>
                  <a:buNone/>
                </a:pPr>
                <a:r>
                  <a:rPr lang="en-US" sz="1400" dirty="0">
                    <a:solidFill>
                      <a:srgbClr val="5B6B7C"/>
                    </a:solidFill>
                    <a:latin typeface="Calibri" pitchFamily="34" charset="0"/>
                    <a:ea typeface="Calibri" pitchFamily="34" charset="-122"/>
                    <a:cs typeface="Calibri" pitchFamily="34" charset="-120"/>
                  </a:rPr>
                  <a:t>Distributions plotted on a log scale so a few extreme campaigns don't flatten the rest.</a:t>
                </a:r>
                <a:endParaRPr lang="en-US" sz="1400" dirty="0"/>
              </a:p>
            </p:txBody>
          </p:sp>
        </p:grpSp>
        <p:sp>
          <p:nvSpPr>
            <p:cNvPr id="10" name="Shape 7"/>
            <p:cNvSpPr/>
            <p:nvPr/>
          </p:nvSpPr>
          <p:spPr>
            <a:xfrm>
              <a:off x="4361688" y="2148840"/>
              <a:ext cx="3520440" cy="1965960"/>
            </a:xfrm>
            <a:prstGeom prst="roundRect">
              <a:avLst>
                <a:gd name="adj" fmla="val 418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1" name="Shape 8"/>
            <p:cNvSpPr/>
            <p:nvPr/>
          </p:nvSpPr>
          <p:spPr>
            <a:xfrm>
              <a:off x="4617720" y="2404872"/>
              <a:ext cx="594360" cy="594360"/>
            </a:xfrm>
            <a:prstGeom prst="ellipse">
              <a:avLst/>
            </a:prstGeom>
            <a:solidFill>
              <a:srgbClr val="EAF4FE"/>
            </a:solidFill>
            <a:ln/>
          </p:spPr>
          <p:txBody>
            <a:bodyPr/>
            <a:lstStyle/>
            <a:p>
              <a:endParaRPr lang="en-IN"/>
            </a:p>
          </p:txBody>
        </p:sp>
        <p:pic>
          <p:nvPicPr>
            <p:cNvPr id="12" name="Image 1" descr="report_assets/icon_bar_1D9BF0.png"/>
            <p:cNvPicPr>
              <a:picLocks noChangeAspect="1"/>
            </p:cNvPicPr>
            <p:nvPr/>
          </p:nvPicPr>
          <p:blipFill>
            <a:blip r:embed="rId4"/>
            <a:stretch>
              <a:fillRect/>
            </a:stretch>
          </p:blipFill>
          <p:spPr>
            <a:xfrm>
              <a:off x="4766310" y="2553462"/>
              <a:ext cx="297180" cy="297180"/>
            </a:xfrm>
            <a:prstGeom prst="rect">
              <a:avLst/>
            </a:prstGeom>
          </p:spPr>
        </p:pic>
        <p:sp>
          <p:nvSpPr>
            <p:cNvPr id="13" name="Text 9"/>
            <p:cNvSpPr/>
            <p:nvPr/>
          </p:nvSpPr>
          <p:spPr>
            <a:xfrm>
              <a:off x="5367528" y="2404872"/>
              <a:ext cx="22860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Median alongside mean</a:t>
              </a:r>
              <a:endParaRPr lang="en-US" sz="1600" dirty="0"/>
            </a:p>
          </p:txBody>
        </p:sp>
        <p:sp>
          <p:nvSpPr>
            <p:cNvPr id="14" name="Text 10"/>
            <p:cNvSpPr/>
            <p:nvPr/>
          </p:nvSpPr>
          <p:spPr>
            <a:xfrm>
              <a:off x="4617720" y="3108960"/>
              <a:ext cx="3008376" cy="914400"/>
            </a:xfrm>
            <a:prstGeom prst="rect">
              <a:avLst/>
            </a:prstGeom>
            <a:noFill/>
            <a:ln/>
          </p:spPr>
          <p:txBody>
            <a:bodyPr wrap="square" rtlCol="0" anchor="ctr"/>
            <a:lstStyle/>
            <a:p>
              <a:pPr marL="0" indent="0">
                <a:lnSpc>
                  <a:spcPts val="1550"/>
                </a:lnSpc>
                <a:buNone/>
              </a:pPr>
              <a:r>
                <a:rPr lang="en-US" sz="1400" dirty="0">
                  <a:solidFill>
                    <a:srgbClr val="5B6B7C"/>
                  </a:solidFill>
                  <a:latin typeface="Calibri" pitchFamily="34" charset="0"/>
                  <a:ea typeface="Calibri" pitchFamily="34" charset="-122"/>
                  <a:cs typeface="Calibri" pitchFamily="34" charset="-120"/>
                </a:rPr>
                <a:t>The median better reflects the "typical" campaign under heavy skew.</a:t>
              </a:r>
              <a:endParaRPr lang="en-US" sz="1400" dirty="0"/>
            </a:p>
          </p:txBody>
        </p:sp>
      </p:grpSp>
      <p:grpSp>
        <p:nvGrpSpPr>
          <p:cNvPr id="39" name="Group 38">
            <a:extLst>
              <a:ext uri="{FF2B5EF4-FFF2-40B4-BE49-F238E27FC236}">
                <a16:creationId xmlns:a16="http://schemas.microsoft.com/office/drawing/2014/main" id="{C023F555-A4D0-6542-AF48-78C55646276B}"/>
              </a:ext>
            </a:extLst>
          </p:cNvPr>
          <p:cNvGrpSpPr/>
          <p:nvPr/>
        </p:nvGrpSpPr>
        <p:grpSpPr>
          <a:xfrm>
            <a:off x="8174736" y="2148840"/>
            <a:ext cx="3520440" cy="1965960"/>
            <a:chOff x="8174736" y="2148840"/>
            <a:chExt cx="3520440" cy="1965960"/>
          </a:xfrm>
        </p:grpSpPr>
        <p:sp>
          <p:nvSpPr>
            <p:cNvPr id="15" name="Shape 11"/>
            <p:cNvSpPr/>
            <p:nvPr/>
          </p:nvSpPr>
          <p:spPr>
            <a:xfrm>
              <a:off x="8174736" y="2148840"/>
              <a:ext cx="3520440" cy="1965960"/>
            </a:xfrm>
            <a:prstGeom prst="roundRect">
              <a:avLst>
                <a:gd name="adj" fmla="val 418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6" name="Shape 12"/>
            <p:cNvSpPr/>
            <p:nvPr/>
          </p:nvSpPr>
          <p:spPr>
            <a:xfrm>
              <a:off x="8430768" y="2404872"/>
              <a:ext cx="594360" cy="594360"/>
            </a:xfrm>
            <a:prstGeom prst="ellipse">
              <a:avLst/>
            </a:prstGeom>
            <a:solidFill>
              <a:srgbClr val="EAF4FE"/>
            </a:solidFill>
            <a:ln/>
          </p:spPr>
          <p:txBody>
            <a:bodyPr/>
            <a:lstStyle/>
            <a:p>
              <a:endParaRPr lang="en-IN"/>
            </a:p>
          </p:txBody>
        </p:sp>
        <p:pic>
          <p:nvPicPr>
            <p:cNvPr id="17" name="Image 2" descr="report_assets/icon_shield_1D9BF0.png"/>
            <p:cNvPicPr>
              <a:picLocks noChangeAspect="1"/>
            </p:cNvPicPr>
            <p:nvPr/>
          </p:nvPicPr>
          <p:blipFill>
            <a:blip r:embed="rId5"/>
            <a:stretch>
              <a:fillRect/>
            </a:stretch>
          </p:blipFill>
          <p:spPr>
            <a:xfrm>
              <a:off x="8579358" y="2553462"/>
              <a:ext cx="297180" cy="297180"/>
            </a:xfrm>
            <a:prstGeom prst="rect">
              <a:avLst/>
            </a:prstGeom>
          </p:spPr>
        </p:pic>
        <p:sp>
          <p:nvSpPr>
            <p:cNvPr id="18" name="Text 13"/>
            <p:cNvSpPr/>
            <p:nvPr/>
          </p:nvSpPr>
          <p:spPr>
            <a:xfrm>
              <a:off x="9180576" y="2404872"/>
              <a:ext cx="22860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Rank-based tests</a:t>
              </a:r>
              <a:endParaRPr lang="en-US" sz="1600" dirty="0"/>
            </a:p>
          </p:txBody>
        </p:sp>
        <p:sp>
          <p:nvSpPr>
            <p:cNvPr id="19" name="Text 14"/>
            <p:cNvSpPr/>
            <p:nvPr/>
          </p:nvSpPr>
          <p:spPr>
            <a:xfrm>
              <a:off x="8430768" y="3108960"/>
              <a:ext cx="3008376" cy="914400"/>
            </a:xfrm>
            <a:prstGeom prst="rect">
              <a:avLst/>
            </a:prstGeom>
            <a:noFill/>
            <a:ln/>
          </p:spPr>
          <p:txBody>
            <a:bodyPr wrap="square" rtlCol="0" anchor="ctr"/>
            <a:lstStyle/>
            <a:p>
              <a:pPr marL="0" indent="0">
                <a:lnSpc>
                  <a:spcPts val="1550"/>
                </a:lnSpc>
                <a:buNone/>
              </a:pPr>
              <a:r>
                <a:rPr lang="en-US" sz="1400" dirty="0">
                  <a:solidFill>
                    <a:srgbClr val="5B6B7C"/>
                  </a:solidFill>
                  <a:latin typeface="Calibri" pitchFamily="34" charset="0"/>
                  <a:ea typeface="Calibri" pitchFamily="34" charset="-122"/>
                  <a:cs typeface="Calibri" pitchFamily="34" charset="-120"/>
                </a:rPr>
                <a:t>Mann-Whitney U, Kruskal-Wallis and Levene's test are outlier-robust and assumption-free.</a:t>
              </a:r>
              <a:endParaRPr lang="en-US" sz="1400" dirty="0"/>
            </a:p>
          </p:txBody>
        </p:sp>
      </p:grpSp>
      <p:grpSp>
        <p:nvGrpSpPr>
          <p:cNvPr id="42" name="Group 41">
            <a:extLst>
              <a:ext uri="{FF2B5EF4-FFF2-40B4-BE49-F238E27FC236}">
                <a16:creationId xmlns:a16="http://schemas.microsoft.com/office/drawing/2014/main" id="{5B8CBF60-ECE2-00F3-1C2C-8FE3F7F25879}"/>
              </a:ext>
            </a:extLst>
          </p:cNvPr>
          <p:cNvGrpSpPr/>
          <p:nvPr/>
        </p:nvGrpSpPr>
        <p:grpSpPr>
          <a:xfrm>
            <a:off x="548640" y="4343400"/>
            <a:ext cx="3520440" cy="1965960"/>
            <a:chOff x="548640" y="4343400"/>
            <a:chExt cx="3520440" cy="1965960"/>
          </a:xfrm>
        </p:grpSpPr>
        <p:sp>
          <p:nvSpPr>
            <p:cNvPr id="20" name="Shape 15"/>
            <p:cNvSpPr/>
            <p:nvPr/>
          </p:nvSpPr>
          <p:spPr>
            <a:xfrm>
              <a:off x="548640" y="4343400"/>
              <a:ext cx="3520440" cy="1965960"/>
            </a:xfrm>
            <a:prstGeom prst="roundRect">
              <a:avLst>
                <a:gd name="adj" fmla="val 418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1" name="Shape 16"/>
            <p:cNvSpPr/>
            <p:nvPr/>
          </p:nvSpPr>
          <p:spPr>
            <a:xfrm>
              <a:off x="804672" y="4599432"/>
              <a:ext cx="594360" cy="594360"/>
            </a:xfrm>
            <a:prstGeom prst="ellipse">
              <a:avLst/>
            </a:prstGeom>
            <a:solidFill>
              <a:srgbClr val="EAF4FE"/>
            </a:solidFill>
            <a:ln/>
          </p:spPr>
          <p:txBody>
            <a:bodyPr/>
            <a:lstStyle/>
            <a:p>
              <a:endParaRPr lang="en-IN"/>
            </a:p>
          </p:txBody>
        </p:sp>
        <p:pic>
          <p:nvPicPr>
            <p:cNvPr id="22" name="Image 3" descr="report_assets/icon_check_1D9BF0.png"/>
            <p:cNvPicPr>
              <a:picLocks noChangeAspect="1"/>
            </p:cNvPicPr>
            <p:nvPr/>
          </p:nvPicPr>
          <p:blipFill>
            <a:blip r:embed="rId6"/>
            <a:stretch>
              <a:fillRect/>
            </a:stretch>
          </p:blipFill>
          <p:spPr>
            <a:xfrm>
              <a:off x="953262" y="4748022"/>
              <a:ext cx="297180" cy="297180"/>
            </a:xfrm>
            <a:prstGeom prst="rect">
              <a:avLst/>
            </a:prstGeom>
          </p:spPr>
        </p:pic>
        <p:sp>
          <p:nvSpPr>
            <p:cNvPr id="23" name="Text 17"/>
            <p:cNvSpPr/>
            <p:nvPr/>
          </p:nvSpPr>
          <p:spPr>
            <a:xfrm>
              <a:off x="1554480" y="4599432"/>
              <a:ext cx="22860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Parametric cross-checks</a:t>
              </a:r>
              <a:endParaRPr lang="en-US" sz="1600" dirty="0"/>
            </a:p>
          </p:txBody>
        </p:sp>
        <p:sp>
          <p:nvSpPr>
            <p:cNvPr id="24" name="Text 18"/>
            <p:cNvSpPr/>
            <p:nvPr/>
          </p:nvSpPr>
          <p:spPr>
            <a:xfrm>
              <a:off x="804672" y="5303520"/>
              <a:ext cx="3008376" cy="914400"/>
            </a:xfrm>
            <a:prstGeom prst="rect">
              <a:avLst/>
            </a:prstGeom>
            <a:noFill/>
            <a:ln/>
          </p:spPr>
          <p:txBody>
            <a:bodyPr wrap="square" rtlCol="0" anchor="ctr"/>
            <a:lstStyle/>
            <a:p>
              <a:pPr marL="0" indent="0">
                <a:lnSpc>
                  <a:spcPts val="1550"/>
                </a:lnSpc>
                <a:buNone/>
              </a:pPr>
              <a:r>
                <a:rPr lang="en-US" sz="1400" dirty="0">
                  <a:solidFill>
                    <a:srgbClr val="5B6B7C"/>
                  </a:solidFill>
                  <a:latin typeface="Calibri" pitchFamily="34" charset="0"/>
                  <a:ea typeface="Calibri" pitchFamily="34" charset="-122"/>
                  <a:cs typeface="Calibri" pitchFamily="34" charset="-120"/>
                </a:rPr>
                <a:t>Welch's t-test and two-proportion z-tests run alongside as a sensitivity check.</a:t>
              </a:r>
              <a:endParaRPr lang="en-US" sz="1400" dirty="0"/>
            </a:p>
          </p:txBody>
        </p:sp>
      </p:grpSp>
      <p:grpSp>
        <p:nvGrpSpPr>
          <p:cNvPr id="41" name="Group 40">
            <a:extLst>
              <a:ext uri="{FF2B5EF4-FFF2-40B4-BE49-F238E27FC236}">
                <a16:creationId xmlns:a16="http://schemas.microsoft.com/office/drawing/2014/main" id="{E400E27B-66C6-8296-99C8-E405A7F88A54}"/>
              </a:ext>
            </a:extLst>
          </p:cNvPr>
          <p:cNvGrpSpPr/>
          <p:nvPr/>
        </p:nvGrpSpPr>
        <p:grpSpPr>
          <a:xfrm>
            <a:off x="4361688" y="4343400"/>
            <a:ext cx="3520440" cy="1965960"/>
            <a:chOff x="4361688" y="4343400"/>
            <a:chExt cx="3520440" cy="1965960"/>
          </a:xfrm>
        </p:grpSpPr>
        <p:sp>
          <p:nvSpPr>
            <p:cNvPr id="25" name="Shape 19"/>
            <p:cNvSpPr/>
            <p:nvPr/>
          </p:nvSpPr>
          <p:spPr>
            <a:xfrm>
              <a:off x="4361688" y="4343400"/>
              <a:ext cx="3520440" cy="1965960"/>
            </a:xfrm>
            <a:prstGeom prst="roundRect">
              <a:avLst>
                <a:gd name="adj" fmla="val 418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6" name="Shape 20"/>
            <p:cNvSpPr/>
            <p:nvPr/>
          </p:nvSpPr>
          <p:spPr>
            <a:xfrm>
              <a:off x="4617720" y="4599432"/>
              <a:ext cx="594360" cy="594360"/>
            </a:xfrm>
            <a:prstGeom prst="ellipse">
              <a:avLst/>
            </a:prstGeom>
            <a:solidFill>
              <a:srgbClr val="EAF4FE"/>
            </a:solidFill>
            <a:ln/>
          </p:spPr>
          <p:txBody>
            <a:bodyPr/>
            <a:lstStyle/>
            <a:p>
              <a:endParaRPr lang="en-IN"/>
            </a:p>
          </p:txBody>
        </p:sp>
        <p:pic>
          <p:nvPicPr>
            <p:cNvPr id="27" name="Image 4" descr="report_assets/icon_layers_1D9BF0.png"/>
            <p:cNvPicPr>
              <a:picLocks noChangeAspect="1"/>
            </p:cNvPicPr>
            <p:nvPr/>
          </p:nvPicPr>
          <p:blipFill>
            <a:blip r:embed="rId7"/>
            <a:stretch>
              <a:fillRect/>
            </a:stretch>
          </p:blipFill>
          <p:spPr>
            <a:xfrm>
              <a:off x="4766310" y="4748022"/>
              <a:ext cx="297180" cy="297180"/>
            </a:xfrm>
            <a:prstGeom prst="rect">
              <a:avLst/>
            </a:prstGeom>
          </p:spPr>
        </p:pic>
        <p:sp>
          <p:nvSpPr>
            <p:cNvPr id="28" name="Text 21"/>
            <p:cNvSpPr/>
            <p:nvPr/>
          </p:nvSpPr>
          <p:spPr>
            <a:xfrm>
              <a:off x="5367528" y="4599432"/>
              <a:ext cx="22860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Signed vs. actual overspend</a:t>
              </a:r>
              <a:endParaRPr lang="en-US" sz="1600" dirty="0"/>
            </a:p>
          </p:txBody>
        </p:sp>
        <p:sp>
          <p:nvSpPr>
            <p:cNvPr id="29" name="Text 22"/>
            <p:cNvSpPr/>
            <p:nvPr/>
          </p:nvSpPr>
          <p:spPr>
            <a:xfrm>
              <a:off x="4617720" y="5303520"/>
              <a:ext cx="3008376" cy="914400"/>
            </a:xfrm>
            <a:prstGeom prst="rect">
              <a:avLst/>
            </a:prstGeom>
            <a:noFill/>
            <a:ln/>
          </p:spPr>
          <p:txBody>
            <a:bodyPr wrap="square" rtlCol="0" anchor="ctr"/>
            <a:lstStyle/>
            <a:p>
              <a:pPr marL="0" indent="0">
                <a:lnSpc>
                  <a:spcPts val="1550"/>
                </a:lnSpc>
                <a:buNone/>
              </a:pPr>
              <a:r>
                <a:rPr lang="en-US" sz="1400" dirty="0">
                  <a:solidFill>
                    <a:srgbClr val="5B6B7C"/>
                  </a:solidFill>
                  <a:latin typeface="Calibri" pitchFamily="34" charset="0"/>
                  <a:ea typeface="Calibri" pitchFamily="34" charset="-122"/>
                  <a:cs typeface="Calibri" pitchFamily="34" charset="-120"/>
                </a:rPr>
                <a:t>Underspend (negative deviation) is kept separate from true overspend so averages aren't diluted.</a:t>
              </a:r>
              <a:endParaRPr lang="en-US" sz="1400" dirty="0"/>
            </a:p>
          </p:txBody>
        </p:sp>
      </p:grpSp>
      <p:grpSp>
        <p:nvGrpSpPr>
          <p:cNvPr id="40" name="Group 39">
            <a:extLst>
              <a:ext uri="{FF2B5EF4-FFF2-40B4-BE49-F238E27FC236}">
                <a16:creationId xmlns:a16="http://schemas.microsoft.com/office/drawing/2014/main" id="{0E5E5F52-0F14-6105-5539-E69E668E3505}"/>
              </a:ext>
            </a:extLst>
          </p:cNvPr>
          <p:cNvGrpSpPr/>
          <p:nvPr/>
        </p:nvGrpSpPr>
        <p:grpSpPr>
          <a:xfrm>
            <a:off x="8174736" y="4343400"/>
            <a:ext cx="3520440" cy="1965960"/>
            <a:chOff x="8174736" y="4343400"/>
            <a:chExt cx="3520440" cy="1965960"/>
          </a:xfrm>
        </p:grpSpPr>
        <p:sp>
          <p:nvSpPr>
            <p:cNvPr id="30" name="Shape 23"/>
            <p:cNvSpPr/>
            <p:nvPr/>
          </p:nvSpPr>
          <p:spPr>
            <a:xfrm>
              <a:off x="8174736" y="4343400"/>
              <a:ext cx="3520440" cy="1965960"/>
            </a:xfrm>
            <a:prstGeom prst="roundRect">
              <a:avLst>
                <a:gd name="adj" fmla="val 4186"/>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31" name="Shape 24"/>
            <p:cNvSpPr/>
            <p:nvPr/>
          </p:nvSpPr>
          <p:spPr>
            <a:xfrm>
              <a:off x="8430768" y="4599432"/>
              <a:ext cx="594360" cy="594360"/>
            </a:xfrm>
            <a:prstGeom prst="ellipse">
              <a:avLst/>
            </a:prstGeom>
            <a:solidFill>
              <a:srgbClr val="EAF4FE"/>
            </a:solidFill>
            <a:ln/>
          </p:spPr>
          <p:txBody>
            <a:bodyPr/>
            <a:lstStyle/>
            <a:p>
              <a:endParaRPr lang="en-IN"/>
            </a:p>
          </p:txBody>
        </p:sp>
        <p:pic>
          <p:nvPicPr>
            <p:cNvPr id="32" name="Image 5" descr="report_assets/icon_sliders_1D9BF0.png"/>
            <p:cNvPicPr>
              <a:picLocks noChangeAspect="1"/>
            </p:cNvPicPr>
            <p:nvPr/>
          </p:nvPicPr>
          <p:blipFill>
            <a:blip r:embed="rId8"/>
            <a:stretch>
              <a:fillRect/>
            </a:stretch>
          </p:blipFill>
          <p:spPr>
            <a:xfrm>
              <a:off x="8579358" y="4748022"/>
              <a:ext cx="297180" cy="297180"/>
            </a:xfrm>
            <a:prstGeom prst="rect">
              <a:avLst/>
            </a:prstGeom>
          </p:spPr>
        </p:pic>
        <p:sp>
          <p:nvSpPr>
            <p:cNvPr id="33" name="Text 25"/>
            <p:cNvSpPr/>
            <p:nvPr/>
          </p:nvSpPr>
          <p:spPr>
            <a:xfrm>
              <a:off x="9180576" y="4599432"/>
              <a:ext cx="22860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Interaction modeling</a:t>
              </a:r>
              <a:endParaRPr lang="en-US" sz="1600" dirty="0"/>
            </a:p>
          </p:txBody>
        </p:sp>
        <p:sp>
          <p:nvSpPr>
            <p:cNvPr id="34" name="Text 26"/>
            <p:cNvSpPr/>
            <p:nvPr/>
          </p:nvSpPr>
          <p:spPr>
            <a:xfrm>
              <a:off x="8430768" y="5303520"/>
              <a:ext cx="3008376" cy="914400"/>
            </a:xfrm>
            <a:prstGeom prst="rect">
              <a:avLst/>
            </a:prstGeom>
            <a:noFill/>
            <a:ln/>
          </p:spPr>
          <p:txBody>
            <a:bodyPr wrap="square" rtlCol="0" anchor="ctr"/>
            <a:lstStyle/>
            <a:p>
              <a:pPr marL="0" indent="0">
                <a:lnSpc>
                  <a:spcPts val="1550"/>
                </a:lnSpc>
                <a:buNone/>
              </a:pPr>
              <a:r>
                <a:rPr lang="en-US" sz="1400" dirty="0">
                  <a:solidFill>
                    <a:srgbClr val="5B6B7C"/>
                  </a:solidFill>
                  <a:latin typeface="Calibri" pitchFamily="34" charset="0"/>
                  <a:ea typeface="Calibri" pitchFamily="34" charset="-122"/>
                  <a:cs typeface="Calibri" pitchFamily="34" charset="-120"/>
                </a:rPr>
                <a:t>A treatment × company-size logistic model tests heterogeneity directly, not by eyeballing subgroup p-values.</a:t>
              </a:r>
              <a:endParaRPr lang="en-US" sz="1400" dirty="0"/>
            </a:p>
          </p:txBody>
        </p:sp>
      </p:grpSp>
      <p:sp>
        <p:nvSpPr>
          <p:cNvPr id="35" name="Text 27"/>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36" name="Text 28"/>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EXPLORATORY ANALYSIS</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Confirming the skew before trusting any average</a:t>
            </a:r>
            <a:endParaRPr lang="en-US" sz="3000" dirty="0"/>
          </a:p>
        </p:txBody>
      </p:sp>
      <p:sp>
        <p:nvSpPr>
          <p:cNvPr id="7" name="Text 4"/>
          <p:cNvSpPr/>
          <p:nvPr/>
        </p:nvSpPr>
        <p:spPr>
          <a:xfrm>
            <a:off x="7223760" y="1645920"/>
            <a:ext cx="4389120" cy="274320"/>
          </a:xfrm>
          <a:prstGeom prst="rect">
            <a:avLst/>
          </a:prstGeom>
          <a:noFill/>
          <a:ln/>
        </p:spPr>
        <p:txBody>
          <a:bodyPr wrap="square" rtlCol="0" anchor="ctr"/>
          <a:lstStyle/>
          <a:p>
            <a:pPr marL="0" indent="0">
              <a:buNone/>
            </a:pPr>
            <a:r>
              <a:rPr lang="en-US" sz="1600" b="1" kern="0" spc="150" dirty="0">
                <a:solidFill>
                  <a:srgbClr val="5B6B7C"/>
                </a:solidFill>
                <a:latin typeface="Calibri" pitchFamily="34" charset="0"/>
                <a:ea typeface="Calibri" pitchFamily="34" charset="-122"/>
                <a:cs typeface="Calibri" pitchFamily="34" charset="-120"/>
              </a:rPr>
              <a:t>WHAT THIS TELLS US</a:t>
            </a:r>
            <a:endParaRPr lang="en-US" sz="1600" dirty="0"/>
          </a:p>
        </p:txBody>
      </p:sp>
      <p:sp>
        <p:nvSpPr>
          <p:cNvPr id="13" name="Text 8"/>
          <p:cNvSpPr/>
          <p:nvPr/>
        </p:nvSpPr>
        <p:spPr>
          <a:xfrm>
            <a:off x="7772400" y="3200400"/>
            <a:ext cx="3886200" cy="1097280"/>
          </a:xfrm>
          <a:prstGeom prst="rect">
            <a:avLst/>
          </a:prstGeom>
          <a:noFill/>
          <a:ln/>
        </p:spPr>
        <p:txBody>
          <a:bodyPr wrap="square" rtlCol="0" anchor="ctr"/>
          <a:lstStyle/>
          <a:p>
            <a:pPr marL="0" indent="0">
              <a:lnSpc>
                <a:spcPts val="1700"/>
              </a:lnSpc>
              <a:buNone/>
            </a:pPr>
            <a:r>
              <a:rPr lang="en-US" sz="1600" dirty="0">
                <a:solidFill>
                  <a:srgbClr val="1B2735"/>
                </a:solidFill>
                <a:latin typeface="Calibri" pitchFamily="34" charset="0"/>
                <a:ea typeface="Calibri" pitchFamily="34" charset="-122"/>
                <a:cs typeface="Calibri" pitchFamily="34" charset="-120"/>
              </a:rPr>
              <a:t>The dashed line marks the 1% overspend threshold used as the headline metric in Q1.</a:t>
            </a:r>
            <a:endParaRPr lang="en-US" sz="1600" dirty="0"/>
          </a:p>
        </p:txBody>
      </p:sp>
      <p:grpSp>
        <p:nvGrpSpPr>
          <p:cNvPr id="23" name="Group 22">
            <a:extLst>
              <a:ext uri="{FF2B5EF4-FFF2-40B4-BE49-F238E27FC236}">
                <a16:creationId xmlns:a16="http://schemas.microsoft.com/office/drawing/2014/main" id="{DDC5D968-A0FF-726B-8AC6-703D2A26E73D}"/>
              </a:ext>
            </a:extLst>
          </p:cNvPr>
          <p:cNvGrpSpPr/>
          <p:nvPr/>
        </p:nvGrpSpPr>
        <p:grpSpPr>
          <a:xfrm>
            <a:off x="7207612" y="1965960"/>
            <a:ext cx="4450988" cy="3090672"/>
            <a:chOff x="7207612" y="1965960"/>
            <a:chExt cx="4450988" cy="3090672"/>
          </a:xfrm>
        </p:grpSpPr>
        <p:sp>
          <p:nvSpPr>
            <p:cNvPr id="8" name="Shape 5"/>
            <p:cNvSpPr/>
            <p:nvPr/>
          </p:nvSpPr>
          <p:spPr>
            <a:xfrm>
              <a:off x="7207612" y="2203704"/>
              <a:ext cx="384048" cy="384048"/>
            </a:xfrm>
            <a:prstGeom prst="ellipse">
              <a:avLst/>
            </a:prstGeom>
            <a:solidFill>
              <a:srgbClr val="EAF4FE"/>
            </a:solidFill>
            <a:ln/>
          </p:spPr>
          <p:txBody>
            <a:bodyPr/>
            <a:lstStyle/>
            <a:p>
              <a:endParaRPr lang="en-IN"/>
            </a:p>
          </p:txBody>
        </p:sp>
        <p:pic>
          <p:nvPicPr>
            <p:cNvPr id="9" name="Image 1" descr="report_assets/icon_check_1D9BF0.png"/>
            <p:cNvPicPr>
              <a:picLocks noChangeAspect="1"/>
            </p:cNvPicPr>
            <p:nvPr/>
          </p:nvPicPr>
          <p:blipFill>
            <a:blip r:embed="rId3"/>
            <a:stretch>
              <a:fillRect/>
            </a:stretch>
          </p:blipFill>
          <p:spPr>
            <a:xfrm>
              <a:off x="7290783" y="2299716"/>
              <a:ext cx="192024" cy="192024"/>
            </a:xfrm>
            <a:prstGeom prst="rect">
              <a:avLst/>
            </a:prstGeom>
          </p:spPr>
        </p:pic>
        <p:sp>
          <p:nvSpPr>
            <p:cNvPr id="10" name="Text 6"/>
            <p:cNvSpPr/>
            <p:nvPr/>
          </p:nvSpPr>
          <p:spPr>
            <a:xfrm>
              <a:off x="7772400" y="1965960"/>
              <a:ext cx="3886200" cy="1097280"/>
            </a:xfrm>
            <a:prstGeom prst="rect">
              <a:avLst/>
            </a:prstGeom>
            <a:noFill/>
            <a:ln/>
          </p:spPr>
          <p:txBody>
            <a:bodyPr wrap="square" rtlCol="0" anchor="ctr"/>
            <a:lstStyle/>
            <a:p>
              <a:pPr marL="0" indent="0">
                <a:lnSpc>
                  <a:spcPts val="1700"/>
                </a:lnSpc>
                <a:buNone/>
              </a:pPr>
              <a:r>
                <a:rPr lang="en-US" sz="1600" dirty="0">
                  <a:solidFill>
                    <a:srgbClr val="1B2735"/>
                  </a:solidFill>
                  <a:latin typeface="Calibri" pitchFamily="34" charset="0"/>
                  <a:ea typeface="Calibri" pitchFamily="34" charset="-122"/>
                  <a:cs typeface="Calibri" pitchFamily="34" charset="-120"/>
                </a:rPr>
                <a:t>Both groups are dominated by a long right tail of high-overspend campaigns — raw means alone would be misleading.</a:t>
              </a:r>
              <a:endParaRPr lang="en-US" sz="1600" dirty="0"/>
            </a:p>
          </p:txBody>
        </p:sp>
        <p:sp>
          <p:nvSpPr>
            <p:cNvPr id="11" name="Shape 7"/>
            <p:cNvSpPr/>
            <p:nvPr/>
          </p:nvSpPr>
          <p:spPr>
            <a:xfrm>
              <a:off x="7207612" y="3511296"/>
              <a:ext cx="384048" cy="384048"/>
            </a:xfrm>
            <a:prstGeom prst="ellipse">
              <a:avLst/>
            </a:prstGeom>
            <a:solidFill>
              <a:srgbClr val="EAF4FE"/>
            </a:solidFill>
            <a:ln/>
          </p:spPr>
          <p:txBody>
            <a:bodyPr/>
            <a:lstStyle/>
            <a:p>
              <a:endParaRPr lang="en-IN"/>
            </a:p>
          </p:txBody>
        </p:sp>
        <p:pic>
          <p:nvPicPr>
            <p:cNvPr id="12" name="Image 2" descr="report_assets/icon_check_1D9BF0.png"/>
            <p:cNvPicPr>
              <a:picLocks noChangeAspect="1"/>
            </p:cNvPicPr>
            <p:nvPr/>
          </p:nvPicPr>
          <p:blipFill>
            <a:blip r:embed="rId3"/>
            <a:stretch>
              <a:fillRect/>
            </a:stretch>
          </p:blipFill>
          <p:spPr>
            <a:xfrm>
              <a:off x="7293896" y="3607308"/>
              <a:ext cx="192024" cy="192024"/>
            </a:xfrm>
            <a:prstGeom prst="rect">
              <a:avLst/>
            </a:prstGeom>
          </p:spPr>
        </p:pic>
        <p:sp>
          <p:nvSpPr>
            <p:cNvPr id="14" name="Shape 9"/>
            <p:cNvSpPr/>
            <p:nvPr/>
          </p:nvSpPr>
          <p:spPr>
            <a:xfrm>
              <a:off x="7207612" y="4672584"/>
              <a:ext cx="384048" cy="384048"/>
            </a:xfrm>
            <a:prstGeom prst="ellipse">
              <a:avLst/>
            </a:prstGeom>
            <a:solidFill>
              <a:srgbClr val="EAF4FE"/>
            </a:solidFill>
            <a:ln/>
          </p:spPr>
          <p:txBody>
            <a:bodyPr/>
            <a:lstStyle/>
            <a:p>
              <a:endParaRPr lang="en-IN"/>
            </a:p>
          </p:txBody>
        </p:sp>
        <p:pic>
          <p:nvPicPr>
            <p:cNvPr id="15" name="Image 3" descr="report_assets/icon_check_1D9BF0.png"/>
            <p:cNvPicPr>
              <a:picLocks noChangeAspect="1"/>
            </p:cNvPicPr>
            <p:nvPr/>
          </p:nvPicPr>
          <p:blipFill>
            <a:blip r:embed="rId3"/>
            <a:stretch>
              <a:fillRect/>
            </a:stretch>
          </p:blipFill>
          <p:spPr>
            <a:xfrm>
              <a:off x="7290783" y="4768596"/>
              <a:ext cx="192024" cy="192024"/>
            </a:xfrm>
            <a:prstGeom prst="rect">
              <a:avLst/>
            </a:prstGeom>
          </p:spPr>
        </p:pic>
      </p:grpSp>
      <p:sp>
        <p:nvSpPr>
          <p:cNvPr id="16" name="Text 10"/>
          <p:cNvSpPr/>
          <p:nvPr/>
        </p:nvSpPr>
        <p:spPr>
          <a:xfrm>
            <a:off x="7772400" y="4434840"/>
            <a:ext cx="3886200" cy="1097280"/>
          </a:xfrm>
          <a:prstGeom prst="rect">
            <a:avLst/>
          </a:prstGeom>
          <a:noFill/>
          <a:ln/>
        </p:spPr>
        <p:txBody>
          <a:bodyPr wrap="square" rtlCol="0" anchor="ctr"/>
          <a:lstStyle/>
          <a:p>
            <a:pPr marL="0" indent="0">
              <a:lnSpc>
                <a:spcPts val="1700"/>
              </a:lnSpc>
              <a:buNone/>
            </a:pPr>
            <a:r>
              <a:rPr lang="en-US" sz="1600" dirty="0">
                <a:solidFill>
                  <a:srgbClr val="1B2735"/>
                </a:solidFill>
                <a:latin typeface="Calibri" pitchFamily="34" charset="0"/>
                <a:ea typeface="Calibri" pitchFamily="34" charset="-122"/>
                <a:cs typeface="Calibri" pitchFamily="34" charset="-120"/>
              </a:rPr>
              <a:t>Extreme values are real advertiser behavior, not data errors — confirmed during data-quality checks (Section 3).</a:t>
            </a:r>
            <a:endParaRPr lang="en-US" sz="1600" dirty="0"/>
          </a:p>
        </p:txBody>
      </p:sp>
      <p:sp>
        <p:nvSpPr>
          <p:cNvPr id="17" name="Text 11"/>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18" name="Text 12"/>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07</a:t>
            </a:r>
            <a:endParaRPr lang="en-US" sz="1000" dirty="0"/>
          </a:p>
        </p:txBody>
      </p:sp>
      <p:grpSp>
        <p:nvGrpSpPr>
          <p:cNvPr id="22" name="Group 21">
            <a:extLst>
              <a:ext uri="{FF2B5EF4-FFF2-40B4-BE49-F238E27FC236}">
                <a16:creationId xmlns:a16="http://schemas.microsoft.com/office/drawing/2014/main" id="{BC98442A-03F7-18ED-A974-922D601150E9}"/>
              </a:ext>
            </a:extLst>
          </p:cNvPr>
          <p:cNvGrpSpPr/>
          <p:nvPr/>
        </p:nvGrpSpPr>
        <p:grpSpPr>
          <a:xfrm>
            <a:off x="848958" y="1641438"/>
            <a:ext cx="5943600" cy="4160520"/>
            <a:chOff x="807720" y="1783080"/>
            <a:chExt cx="5943600" cy="4160520"/>
          </a:xfrm>
          <a:solidFill>
            <a:schemeClr val="bg1"/>
          </a:solidFill>
        </p:grpSpPr>
        <p:pic>
          <p:nvPicPr>
            <p:cNvPr id="20" name="Image 0" descr="report_assets/fig2_overspend_dist.png">
              <a:extLst>
                <a:ext uri="{FF2B5EF4-FFF2-40B4-BE49-F238E27FC236}">
                  <a16:creationId xmlns:a16="http://schemas.microsoft.com/office/drawing/2014/main" id="{4558E2A4-8DDF-7B20-8579-7D3B5DEABE5B}"/>
                </a:ext>
              </a:extLst>
            </p:cNvPr>
            <p:cNvPicPr>
              <a:picLocks noChangeAspect="1"/>
            </p:cNvPicPr>
            <p:nvPr/>
          </p:nvPicPr>
          <p:blipFill>
            <a:blip r:embed="rId4"/>
            <a:stretch>
              <a:fillRect/>
            </a:stretch>
          </p:blipFill>
          <p:spPr>
            <a:xfrm>
              <a:off x="807720" y="1783080"/>
              <a:ext cx="5943600" cy="3246120"/>
            </a:xfrm>
            <a:prstGeom prst="rect">
              <a:avLst/>
            </a:prstGeom>
            <a:grpFill/>
          </p:spPr>
        </p:pic>
        <p:sp>
          <p:nvSpPr>
            <p:cNvPr id="21" name="Text 3">
              <a:extLst>
                <a:ext uri="{FF2B5EF4-FFF2-40B4-BE49-F238E27FC236}">
                  <a16:creationId xmlns:a16="http://schemas.microsoft.com/office/drawing/2014/main" id="{73C9A8C7-C3FF-B804-213F-F4AE14644058}"/>
                </a:ext>
              </a:extLst>
            </p:cNvPr>
            <p:cNvSpPr/>
            <p:nvPr/>
          </p:nvSpPr>
          <p:spPr>
            <a:xfrm>
              <a:off x="807720" y="5120640"/>
              <a:ext cx="5943600" cy="822960"/>
            </a:xfrm>
            <a:prstGeom prst="rect">
              <a:avLst/>
            </a:prstGeom>
            <a:grpFill/>
            <a:ln/>
          </p:spPr>
          <p:txBody>
            <a:bodyPr wrap="square" rtlCol="0" anchor="ctr"/>
            <a:lstStyle/>
            <a:p>
              <a:pPr marL="0" indent="0">
                <a:lnSpc>
                  <a:spcPts val="1500"/>
                </a:lnSpc>
                <a:buNone/>
              </a:pPr>
              <a:r>
                <a:rPr lang="en-US" sz="1400" i="1" dirty="0">
                  <a:solidFill>
                    <a:srgbClr val="5B6B7C"/>
                  </a:solidFill>
                  <a:latin typeface="Calibri" pitchFamily="34" charset="0"/>
                  <a:ea typeface="Calibri" pitchFamily="34" charset="-122"/>
                  <a:cs typeface="Calibri" pitchFamily="34" charset="-120"/>
                </a:rPr>
                <a:t>Overspend % distribution — both arms are right-skewed, and treatment (orange) is visibly shifted left toward lower overspend.</a:t>
              </a:r>
              <a:endParaRPr lang="en-US" sz="1400"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accent5">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1108953" y="3671916"/>
            <a:ext cx="3988340" cy="3891339"/>
          </a:xfrm>
          <a:prstGeom prst="ellipse">
            <a:avLst/>
          </a:prstGeom>
          <a:solidFill>
            <a:schemeClr val="accent5">
              <a:lumMod val="20000"/>
              <a:lumOff val="80000"/>
            </a:schemeClr>
          </a:solidFill>
          <a:ln/>
        </p:spPr>
        <p:txBody>
          <a:bodyPr/>
          <a:lstStyle/>
          <a:p>
            <a:endParaRPr lang="en-IN"/>
          </a:p>
        </p:txBody>
      </p:sp>
      <p:sp>
        <p:nvSpPr>
          <p:cNvPr id="3" name="Text 1"/>
          <p:cNvSpPr/>
          <p:nvPr/>
        </p:nvSpPr>
        <p:spPr>
          <a:xfrm>
            <a:off x="822959" y="1797396"/>
            <a:ext cx="5996129" cy="365760"/>
          </a:xfrm>
          <a:prstGeom prst="rect">
            <a:avLst/>
          </a:prstGeom>
          <a:solidFill>
            <a:schemeClr val="accent5">
              <a:lumMod val="20000"/>
              <a:lumOff val="80000"/>
            </a:schemeClr>
          </a:solidFill>
          <a:ln/>
        </p:spPr>
        <p:txBody>
          <a:bodyPr wrap="square" rtlCol="0" anchor="ctr"/>
          <a:lstStyle/>
          <a:p>
            <a:pPr marL="0" indent="0">
              <a:buNone/>
            </a:pPr>
            <a:r>
              <a:rPr lang="en-US" b="1" kern="0" spc="300" dirty="0">
                <a:solidFill>
                  <a:schemeClr val="accent1">
                    <a:lumMod val="50000"/>
                  </a:schemeClr>
                </a:solidFill>
                <a:latin typeface="Calibri" pitchFamily="34" charset="0"/>
                <a:ea typeface="Calibri" pitchFamily="34" charset="-122"/>
                <a:cs typeface="Calibri" pitchFamily="34" charset="-120"/>
              </a:rPr>
              <a:t>PART TWO</a:t>
            </a:r>
            <a:endParaRPr lang="en-US" dirty="0">
              <a:solidFill>
                <a:schemeClr val="accent1">
                  <a:lumMod val="50000"/>
                </a:schemeClr>
              </a:solidFill>
            </a:endParaRPr>
          </a:p>
        </p:txBody>
      </p:sp>
      <p:sp>
        <p:nvSpPr>
          <p:cNvPr id="4" name="Text 2"/>
          <p:cNvSpPr/>
          <p:nvPr/>
        </p:nvSpPr>
        <p:spPr>
          <a:xfrm>
            <a:off x="822960" y="2300316"/>
            <a:ext cx="9144000" cy="100584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What the Data Shows</a:t>
            </a:r>
            <a:endParaRPr lang="en-US" sz="4800" dirty="0"/>
          </a:p>
        </p:txBody>
      </p:sp>
      <p:sp>
        <p:nvSpPr>
          <p:cNvPr id="5" name="Text 3"/>
          <p:cNvSpPr/>
          <p:nvPr/>
        </p:nvSpPr>
        <p:spPr>
          <a:xfrm>
            <a:off x="822960" y="3255572"/>
            <a:ext cx="7315200" cy="457200"/>
          </a:xfrm>
          <a:prstGeom prst="rect">
            <a:avLst/>
          </a:prstGeom>
          <a:noFill/>
          <a:ln/>
        </p:spPr>
        <p:txBody>
          <a:bodyPr wrap="square" rtlCol="0" anchor="ctr"/>
          <a:lstStyle/>
          <a:p>
            <a:pPr marL="0" indent="0">
              <a:buNone/>
            </a:pPr>
            <a:r>
              <a:rPr lang="en-US" i="1" dirty="0">
                <a:solidFill>
                  <a:srgbClr val="C7D8EA"/>
                </a:solidFill>
                <a:latin typeface="Calibri" pitchFamily="34" charset="0"/>
                <a:ea typeface="Calibri" pitchFamily="34" charset="-122"/>
                <a:cs typeface="Calibri" pitchFamily="34" charset="-120"/>
              </a:rPr>
              <a:t>Ten questions, answered with the numbers behind them.</a:t>
            </a:r>
            <a:endParaRPr lang="en-US" dirty="0"/>
          </a:p>
        </p:txBody>
      </p:sp>
      <p:sp>
        <p:nvSpPr>
          <p:cNvPr id="6" name="Text 4"/>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08</a:t>
            </a:r>
            <a:endParaRPr lang="en-US" sz="1000" dirty="0"/>
          </a:p>
        </p:txBody>
      </p:sp>
      <p:sp>
        <p:nvSpPr>
          <p:cNvPr id="7" name="Shape 0">
            <a:extLst>
              <a:ext uri="{FF2B5EF4-FFF2-40B4-BE49-F238E27FC236}">
                <a16:creationId xmlns:a16="http://schemas.microsoft.com/office/drawing/2014/main" id="{AD81D792-DD58-64F7-B031-8FC9242BEF62}"/>
              </a:ext>
            </a:extLst>
          </p:cNvPr>
          <p:cNvSpPr/>
          <p:nvPr/>
        </p:nvSpPr>
        <p:spPr>
          <a:xfrm>
            <a:off x="9904721" y="-1997639"/>
            <a:ext cx="3842427" cy="3891339"/>
          </a:xfrm>
          <a:prstGeom prst="ellipse">
            <a:avLst/>
          </a:prstGeom>
          <a:solidFill>
            <a:schemeClr val="accent5">
              <a:lumMod val="20000"/>
              <a:lumOff val="80000"/>
            </a:schemeClr>
          </a:solidFill>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923544" cy="274320"/>
          </a:xfrm>
          <a:prstGeom prst="roundRect">
            <a:avLst>
              <a:gd name="adj" fmla="val 20000"/>
            </a:avLst>
          </a:prstGeom>
          <a:solidFill>
            <a:srgbClr val="0F2A47"/>
          </a:solidFill>
          <a:ln/>
        </p:spPr>
        <p:txBody>
          <a:bodyPr/>
          <a:lstStyle/>
          <a:p>
            <a:endParaRPr lang="en-IN"/>
          </a:p>
        </p:txBody>
      </p:sp>
      <p:sp>
        <p:nvSpPr>
          <p:cNvPr id="3" name="Text 1"/>
          <p:cNvSpPr/>
          <p:nvPr/>
        </p:nvSpPr>
        <p:spPr>
          <a:xfrm>
            <a:off x="548640" y="448056"/>
            <a:ext cx="923544"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 1</a:t>
            </a:r>
            <a:endParaRPr lang="en-US" sz="110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The 1%-overspend rate dropped significantly</a:t>
            </a:r>
            <a:endParaRPr lang="en-US" sz="3000" dirty="0"/>
          </a:p>
        </p:txBody>
      </p:sp>
      <p:sp>
        <p:nvSpPr>
          <p:cNvPr id="5" name="Text 3"/>
          <p:cNvSpPr/>
          <p:nvPr/>
        </p:nvSpPr>
        <p:spPr>
          <a:xfrm>
            <a:off x="548640" y="1508760"/>
            <a:ext cx="1078992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"How many campaigns overspent by more than 1% of budget — in control vs. treatment?"</a:t>
            </a:r>
            <a:endParaRPr lang="en-US" sz="1400" dirty="0"/>
          </a:p>
        </p:txBody>
      </p:sp>
      <p:grpSp>
        <p:nvGrpSpPr>
          <p:cNvPr id="22" name="Group 21">
            <a:extLst>
              <a:ext uri="{FF2B5EF4-FFF2-40B4-BE49-F238E27FC236}">
                <a16:creationId xmlns:a16="http://schemas.microsoft.com/office/drawing/2014/main" id="{51E46AD4-6D67-62DF-B5BB-68CB55575D75}"/>
              </a:ext>
            </a:extLst>
          </p:cNvPr>
          <p:cNvGrpSpPr/>
          <p:nvPr/>
        </p:nvGrpSpPr>
        <p:grpSpPr>
          <a:xfrm>
            <a:off x="548640" y="2057400"/>
            <a:ext cx="5120640" cy="3977640"/>
            <a:chOff x="548640" y="2057400"/>
            <a:chExt cx="5120640" cy="3977640"/>
          </a:xfrm>
        </p:grpSpPr>
        <p:sp>
          <p:nvSpPr>
            <p:cNvPr id="6" name="Shape 4"/>
            <p:cNvSpPr/>
            <p:nvPr/>
          </p:nvSpPr>
          <p:spPr>
            <a:xfrm>
              <a:off x="548640" y="2057400"/>
              <a:ext cx="5120640" cy="3977640"/>
            </a:xfrm>
            <a:prstGeom prst="roundRect">
              <a:avLst>
                <a:gd name="adj" fmla="val 2069"/>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graphicFrame>
          <p:nvGraphicFramePr>
            <p:cNvPr id="7" name="Chart 0"/>
            <p:cNvGraphicFramePr/>
            <p:nvPr>
              <p:extLst>
                <p:ext uri="{D42A27DB-BD31-4B8C-83A1-F6EECF244321}">
                  <p14:modId xmlns:p14="http://schemas.microsoft.com/office/powerpoint/2010/main" val="2262687352"/>
                </p:ext>
              </p:extLst>
            </p:nvPr>
          </p:nvGraphicFramePr>
          <p:xfrm>
            <a:off x="868680" y="2331720"/>
            <a:ext cx="4480560" cy="3200400"/>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20" name="Group 19">
            <a:extLst>
              <a:ext uri="{FF2B5EF4-FFF2-40B4-BE49-F238E27FC236}">
                <a16:creationId xmlns:a16="http://schemas.microsoft.com/office/drawing/2014/main" id="{0015F0FB-CA97-9FF5-17D5-82434777950C}"/>
              </a:ext>
            </a:extLst>
          </p:cNvPr>
          <p:cNvGrpSpPr/>
          <p:nvPr/>
        </p:nvGrpSpPr>
        <p:grpSpPr>
          <a:xfrm>
            <a:off x="5897880" y="2057400"/>
            <a:ext cx="5715000" cy="1828800"/>
            <a:chOff x="5897880" y="2057400"/>
            <a:chExt cx="5715000" cy="1828800"/>
          </a:xfrm>
          <a:solidFill>
            <a:schemeClr val="accent5">
              <a:lumMod val="50000"/>
            </a:schemeClr>
          </a:solidFill>
        </p:grpSpPr>
        <p:sp>
          <p:nvSpPr>
            <p:cNvPr id="8" name="Shape 5"/>
            <p:cNvSpPr/>
            <p:nvPr/>
          </p:nvSpPr>
          <p:spPr>
            <a:xfrm>
              <a:off x="5897880" y="2057400"/>
              <a:ext cx="5715000" cy="1828800"/>
            </a:xfrm>
            <a:prstGeom prst="roundRect">
              <a:avLst>
                <a:gd name="adj" fmla="val 4500"/>
              </a:avLst>
            </a:prstGeom>
            <a:grpFill/>
            <a:ln w="12700">
              <a:solidFill>
                <a:srgbClr val="0F2A47"/>
              </a:solidFill>
              <a:prstDash val="solid"/>
            </a:ln>
            <a:effectLst>
              <a:outerShdw blurRad="101600" dist="25400" dir="5400000" algn="bl" rotWithShape="0">
                <a:srgbClr val="1B2735">
                  <a:alpha val="10000"/>
                </a:srgbClr>
              </a:outerShdw>
            </a:effectLst>
          </p:spPr>
          <p:txBody>
            <a:bodyPr/>
            <a:lstStyle/>
            <a:p>
              <a:endParaRPr lang="en-IN"/>
            </a:p>
          </p:txBody>
        </p:sp>
        <p:sp>
          <p:nvSpPr>
            <p:cNvPr id="9" name="Text 6"/>
            <p:cNvSpPr/>
            <p:nvPr/>
          </p:nvSpPr>
          <p:spPr>
            <a:xfrm>
              <a:off x="6217920" y="2240280"/>
              <a:ext cx="2926080" cy="822960"/>
            </a:xfrm>
            <a:prstGeom prst="rect">
              <a:avLst/>
            </a:prstGeom>
            <a:grpFill/>
            <a:ln/>
          </p:spPr>
          <p:txBody>
            <a:bodyPr wrap="square" rtlCol="0" anchor="ctr"/>
            <a:lstStyle/>
            <a:p>
              <a:pPr marL="0" indent="0">
                <a:buNone/>
              </a:pPr>
              <a:r>
                <a:rPr lang="en-US" sz="4000" b="1" dirty="0">
                  <a:solidFill>
                    <a:srgbClr val="1D9BF0"/>
                  </a:solidFill>
                  <a:latin typeface="Cambria" pitchFamily="34" charset="0"/>
                  <a:ea typeface="Cambria" pitchFamily="34" charset="-122"/>
                  <a:cs typeface="Cambria" pitchFamily="34" charset="-120"/>
                </a:rPr>
                <a:t>−7.0 pts</a:t>
              </a:r>
              <a:endParaRPr lang="en-US" sz="4000" dirty="0"/>
            </a:p>
          </p:txBody>
        </p:sp>
        <p:sp>
          <p:nvSpPr>
            <p:cNvPr id="10" name="Text 7"/>
            <p:cNvSpPr/>
            <p:nvPr/>
          </p:nvSpPr>
          <p:spPr>
            <a:xfrm>
              <a:off x="6217920" y="3063240"/>
              <a:ext cx="2743200" cy="685800"/>
            </a:xfrm>
            <a:prstGeom prst="rect">
              <a:avLst/>
            </a:prstGeom>
            <a:grpFill/>
            <a:ln/>
          </p:spPr>
          <p:txBody>
            <a:bodyPr wrap="square" rtlCol="0" anchor="ctr"/>
            <a:lstStyle/>
            <a:p>
              <a:pPr marL="0" indent="0">
                <a:lnSpc>
                  <a:spcPts val="1500"/>
                </a:lnSpc>
                <a:buNone/>
              </a:pPr>
              <a:r>
                <a:rPr lang="en-US" sz="1400" dirty="0">
                  <a:solidFill>
                    <a:srgbClr val="D7E4F0"/>
                  </a:solidFill>
                  <a:latin typeface="Calibri" pitchFamily="34" charset="0"/>
                  <a:ea typeface="Calibri" pitchFamily="34" charset="-122"/>
                  <a:cs typeface="Calibri" pitchFamily="34" charset="-120"/>
                </a:rPr>
                <a:t>percentage-point reduction in overspend incidence</a:t>
              </a:r>
              <a:endParaRPr lang="en-US" sz="1400" dirty="0"/>
            </a:p>
          </p:txBody>
        </p:sp>
        <p:sp>
          <p:nvSpPr>
            <p:cNvPr id="11" name="Shape 8"/>
            <p:cNvSpPr/>
            <p:nvPr/>
          </p:nvSpPr>
          <p:spPr>
            <a:xfrm>
              <a:off x="9235440" y="2286000"/>
              <a:ext cx="0" cy="1371600"/>
            </a:xfrm>
            <a:prstGeom prst="line">
              <a:avLst/>
            </a:prstGeom>
            <a:grpFill/>
            <a:ln w="12700">
              <a:solidFill>
                <a:srgbClr val="2E4E70"/>
              </a:solidFill>
              <a:prstDash val="solid"/>
            </a:ln>
          </p:spPr>
          <p:txBody>
            <a:bodyPr/>
            <a:lstStyle/>
            <a:p>
              <a:endParaRPr lang="en-IN"/>
            </a:p>
          </p:txBody>
        </p:sp>
        <p:sp>
          <p:nvSpPr>
            <p:cNvPr id="12" name="Text 9"/>
            <p:cNvSpPr/>
            <p:nvPr/>
          </p:nvSpPr>
          <p:spPr>
            <a:xfrm>
              <a:off x="9464040" y="2286000"/>
              <a:ext cx="2011680" cy="1417320"/>
            </a:xfrm>
            <a:prstGeom prst="rect">
              <a:avLst/>
            </a:prstGeom>
            <a:grpFill/>
            <a:ln/>
          </p:spPr>
          <p:txBody>
            <a:bodyPr wrap="square" rtlCol="0" anchor="ctr"/>
            <a:lstStyle/>
            <a:p>
              <a:pPr marL="0" indent="0">
                <a:lnSpc>
                  <a:spcPct val="130000"/>
                </a:lnSpc>
                <a:buNone/>
              </a:pPr>
              <a:r>
                <a:rPr lang="en-US" sz="1600" b="1" dirty="0">
                  <a:solidFill>
                    <a:srgbClr val="FFFFFF"/>
                  </a:solidFill>
                  <a:latin typeface="Calibri" pitchFamily="34" charset="0"/>
                  <a:ea typeface="Calibri" pitchFamily="34" charset="-122"/>
                  <a:cs typeface="Calibri" pitchFamily="34" charset="-120"/>
                </a:rPr>
                <a:t>5,716 </a:t>
              </a:r>
              <a:r>
                <a:rPr lang="en-US" sz="1150" b="1" dirty="0">
                  <a:solidFill>
                    <a:srgbClr val="AFC4DA"/>
                  </a:solidFill>
                  <a:latin typeface="Calibri" pitchFamily="34" charset="0"/>
                  <a:ea typeface="Calibri" pitchFamily="34" charset="-122"/>
                  <a:cs typeface="Calibri" pitchFamily="34" charset="-120"/>
                </a:rPr>
                <a:t>/ </a:t>
              </a:r>
              <a:r>
                <a:rPr lang="en-US" sz="1400" b="1" dirty="0">
                  <a:solidFill>
                    <a:srgbClr val="AFC4DA"/>
                  </a:solidFill>
                  <a:latin typeface="Calibri" pitchFamily="34" charset="0"/>
                  <a:ea typeface="Calibri" pitchFamily="34" charset="-122"/>
                  <a:cs typeface="Calibri" pitchFamily="34" charset="-120"/>
                </a:rPr>
                <a:t>7,733 control campaigns</a:t>
              </a:r>
              <a:r>
                <a:rPr lang="en-US" sz="1150" b="1" dirty="0">
                  <a:solidFill>
                    <a:srgbClr val="AFC4DA"/>
                  </a:solidFill>
                  <a:latin typeface="Calibri" pitchFamily="34" charset="0"/>
                  <a:ea typeface="Calibri" pitchFamily="34" charset="-122"/>
                  <a:cs typeface="Calibri" pitchFamily="34" charset="-120"/>
                </a:rPr>
                <a:t>
</a:t>
              </a:r>
              <a:endParaRPr lang="en-US" sz="1500" b="1" dirty="0"/>
            </a:p>
            <a:p>
              <a:pPr marL="0" indent="0">
                <a:lnSpc>
                  <a:spcPct val="130000"/>
                </a:lnSpc>
                <a:buNone/>
              </a:pPr>
              <a:r>
                <a:rPr lang="en-US" sz="1600" b="1" dirty="0">
                  <a:solidFill>
                    <a:srgbClr val="FFFFFF"/>
                  </a:solidFill>
                  <a:latin typeface="Calibri" pitchFamily="34" charset="0"/>
                  <a:ea typeface="Calibri" pitchFamily="34" charset="-122"/>
                  <a:cs typeface="Calibri" pitchFamily="34" charset="-120"/>
                </a:rPr>
                <a:t>5,180 </a:t>
              </a:r>
              <a:r>
                <a:rPr lang="en-US" sz="1150" b="1" dirty="0">
                  <a:solidFill>
                    <a:srgbClr val="AFC4DA"/>
                  </a:solidFill>
                  <a:latin typeface="Calibri" pitchFamily="34" charset="0"/>
                  <a:ea typeface="Calibri" pitchFamily="34" charset="-122"/>
                  <a:cs typeface="Calibri" pitchFamily="34" charset="-120"/>
                </a:rPr>
                <a:t>/ </a:t>
              </a:r>
              <a:r>
                <a:rPr lang="en-US" sz="1400" b="1" dirty="0">
                  <a:solidFill>
                    <a:srgbClr val="AFC4DA"/>
                  </a:solidFill>
                  <a:latin typeface="Calibri" pitchFamily="34" charset="0"/>
                  <a:ea typeface="Calibri" pitchFamily="34" charset="-122"/>
                  <a:cs typeface="Calibri" pitchFamily="34" charset="-120"/>
                </a:rPr>
                <a:t>7,741 treatment campaigns</a:t>
              </a:r>
              <a:endParaRPr lang="en-US" sz="1400" b="1" dirty="0"/>
            </a:p>
          </p:txBody>
        </p:sp>
      </p:grpSp>
      <p:sp>
        <p:nvSpPr>
          <p:cNvPr id="14" name="Shape 11"/>
          <p:cNvSpPr/>
          <p:nvPr/>
        </p:nvSpPr>
        <p:spPr>
          <a:xfrm>
            <a:off x="6217920" y="4315968"/>
            <a:ext cx="548640" cy="548640"/>
          </a:xfrm>
          <a:prstGeom prst="ellipse">
            <a:avLst/>
          </a:prstGeom>
          <a:solidFill>
            <a:srgbClr val="FFFFFF"/>
          </a:solidFill>
          <a:ln/>
        </p:spPr>
        <p:txBody>
          <a:bodyPr/>
          <a:lstStyle/>
          <a:p>
            <a:endParaRPr lang="en-IN"/>
          </a:p>
        </p:txBody>
      </p:sp>
      <p:grpSp>
        <p:nvGrpSpPr>
          <p:cNvPr id="21" name="Group 20">
            <a:extLst>
              <a:ext uri="{FF2B5EF4-FFF2-40B4-BE49-F238E27FC236}">
                <a16:creationId xmlns:a16="http://schemas.microsoft.com/office/drawing/2014/main" id="{07C8A783-C609-7AE7-204C-4BCDB8488F33}"/>
              </a:ext>
            </a:extLst>
          </p:cNvPr>
          <p:cNvGrpSpPr/>
          <p:nvPr/>
        </p:nvGrpSpPr>
        <p:grpSpPr>
          <a:xfrm>
            <a:off x="5897880" y="4069080"/>
            <a:ext cx="5715000" cy="1965960"/>
            <a:chOff x="5897880" y="4069080"/>
            <a:chExt cx="5715000" cy="1965960"/>
          </a:xfrm>
        </p:grpSpPr>
        <p:sp>
          <p:nvSpPr>
            <p:cNvPr id="13" name="Shape 10"/>
            <p:cNvSpPr/>
            <p:nvPr/>
          </p:nvSpPr>
          <p:spPr>
            <a:xfrm>
              <a:off x="5897880" y="4069080"/>
              <a:ext cx="5715000" cy="1965960"/>
            </a:xfrm>
            <a:prstGeom prst="roundRect">
              <a:avLst>
                <a:gd name="adj" fmla="val 4186"/>
              </a:avLst>
            </a:prstGeom>
            <a:solidFill>
              <a:srgbClr val="ECFDF5"/>
            </a:solidFill>
            <a:ln w="12700">
              <a:solidFill>
                <a:srgbClr val="B7EFD1"/>
              </a:solidFill>
              <a:prstDash val="solid"/>
            </a:ln>
            <a:effectLst>
              <a:outerShdw blurRad="101600" dist="25400" dir="5400000" algn="bl" rotWithShape="0">
                <a:srgbClr val="1B2735">
                  <a:alpha val="10000"/>
                </a:srgbClr>
              </a:outerShdw>
            </a:effectLst>
          </p:spPr>
          <p:txBody>
            <a:bodyPr/>
            <a:lstStyle/>
            <a:p>
              <a:endParaRPr lang="en-IN"/>
            </a:p>
          </p:txBody>
        </p:sp>
        <p:pic>
          <p:nvPicPr>
            <p:cNvPr id="15" name="Image 0" descr="report_assets/icon_check_12B76A.png"/>
            <p:cNvPicPr>
              <a:picLocks noChangeAspect="1"/>
            </p:cNvPicPr>
            <p:nvPr/>
          </p:nvPicPr>
          <p:blipFill>
            <a:blip r:embed="rId4"/>
            <a:stretch>
              <a:fillRect/>
            </a:stretch>
          </p:blipFill>
          <p:spPr>
            <a:xfrm>
              <a:off x="6341364" y="4439412"/>
              <a:ext cx="301752" cy="301752"/>
            </a:xfrm>
            <a:prstGeom prst="rect">
              <a:avLst/>
            </a:prstGeom>
          </p:spPr>
        </p:pic>
        <p:sp>
          <p:nvSpPr>
            <p:cNvPr id="16" name="Text 12"/>
            <p:cNvSpPr/>
            <p:nvPr/>
          </p:nvSpPr>
          <p:spPr>
            <a:xfrm>
              <a:off x="6949440" y="4343400"/>
              <a:ext cx="4389120" cy="365760"/>
            </a:xfrm>
            <a:prstGeom prst="rect">
              <a:avLst/>
            </a:prstGeom>
            <a:noFill/>
            <a:ln/>
          </p:spPr>
          <p:txBody>
            <a:bodyPr wrap="square" rtlCol="0" anchor="ctr"/>
            <a:lstStyle/>
            <a:p>
              <a:pPr marL="0" indent="0">
                <a:buNone/>
              </a:pPr>
              <a:r>
                <a:rPr lang="en-US" sz="1600" b="1" dirty="0">
                  <a:solidFill>
                    <a:srgbClr val="0B6B3A"/>
                  </a:solidFill>
                  <a:latin typeface="Cambria" pitchFamily="34" charset="0"/>
                  <a:ea typeface="Cambria" pitchFamily="34" charset="-122"/>
                  <a:cs typeface="Cambria" pitchFamily="34" charset="-120"/>
                </a:rPr>
                <a:t>Statistically decisive</a:t>
              </a:r>
              <a:endParaRPr lang="en-US" sz="1600" dirty="0"/>
            </a:p>
          </p:txBody>
        </p:sp>
        <p:sp>
          <p:nvSpPr>
            <p:cNvPr id="17" name="Text 13"/>
            <p:cNvSpPr/>
            <p:nvPr/>
          </p:nvSpPr>
          <p:spPr>
            <a:xfrm>
              <a:off x="6217920" y="4892040"/>
              <a:ext cx="5120640" cy="1005840"/>
            </a:xfrm>
            <a:prstGeom prst="rect">
              <a:avLst/>
            </a:prstGeom>
            <a:noFill/>
            <a:ln/>
          </p:spPr>
          <p:txBody>
            <a:bodyPr wrap="square" rtlCol="0" anchor="ctr"/>
            <a:lstStyle/>
            <a:p>
              <a:pPr marL="0" indent="0">
                <a:lnSpc>
                  <a:spcPts val="1700"/>
                </a:lnSpc>
                <a:buNone/>
              </a:pPr>
              <a:r>
                <a:rPr lang="en-US" sz="1400" dirty="0">
                  <a:solidFill>
                    <a:srgbClr val="1B2735"/>
                  </a:solidFill>
                  <a:latin typeface="Calibri" pitchFamily="34" charset="0"/>
                  <a:ea typeface="Calibri" pitchFamily="34" charset="-122"/>
                  <a:cs typeface="Calibri" pitchFamily="34" charset="-120"/>
                </a:rPr>
                <a:t>Two-proportion z-test: z = -9.54, p &lt; 0.001. The reduction cannot be explained by random chance at any conventional threshold.</a:t>
              </a:r>
              <a:endParaRPr lang="en-US" sz="1400" dirty="0"/>
            </a:p>
          </p:txBody>
        </p:sp>
      </p:grpSp>
      <p:sp>
        <p:nvSpPr>
          <p:cNvPr id="18" name="Text 14"/>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19" name="Text 15"/>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923544" cy="274320"/>
          </a:xfrm>
          <a:prstGeom prst="roundRect">
            <a:avLst>
              <a:gd name="adj" fmla="val 20000"/>
            </a:avLst>
          </a:prstGeom>
          <a:solidFill>
            <a:srgbClr val="0F2A47"/>
          </a:solidFill>
          <a:ln/>
        </p:spPr>
        <p:txBody>
          <a:bodyPr/>
          <a:lstStyle/>
          <a:p>
            <a:endParaRPr lang="en-IN"/>
          </a:p>
        </p:txBody>
      </p:sp>
      <p:sp>
        <p:nvSpPr>
          <p:cNvPr id="3" name="Text 1"/>
          <p:cNvSpPr/>
          <p:nvPr/>
        </p:nvSpPr>
        <p:spPr>
          <a:xfrm>
            <a:off x="548640" y="448056"/>
            <a:ext cx="923544"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 2</a:t>
            </a:r>
            <a:endParaRPr lang="en-US" sz="110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The effect is real — but not identical across sizes</a:t>
            </a:r>
            <a:endParaRPr lang="en-US" sz="3000" dirty="0"/>
          </a:p>
        </p:txBody>
      </p:sp>
      <p:sp>
        <p:nvSpPr>
          <p:cNvPr id="5" name="Text 3"/>
          <p:cNvSpPr/>
          <p:nvPr/>
        </p:nvSpPr>
        <p:spPr>
          <a:xfrm>
            <a:off x="548640" y="1508760"/>
            <a:ext cx="1078992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"Was treatment effective at reducing overspend, and did that vary by company size?"</a:t>
            </a:r>
            <a:endParaRPr lang="en-US" sz="1400" dirty="0"/>
          </a:p>
        </p:txBody>
      </p:sp>
      <p:grpSp>
        <p:nvGrpSpPr>
          <p:cNvPr id="27" name="Group 26">
            <a:extLst>
              <a:ext uri="{FF2B5EF4-FFF2-40B4-BE49-F238E27FC236}">
                <a16:creationId xmlns:a16="http://schemas.microsoft.com/office/drawing/2014/main" id="{D20DA317-C502-57F3-4104-E15471EABA1F}"/>
              </a:ext>
            </a:extLst>
          </p:cNvPr>
          <p:cNvGrpSpPr/>
          <p:nvPr/>
        </p:nvGrpSpPr>
        <p:grpSpPr>
          <a:xfrm>
            <a:off x="548640" y="2057400"/>
            <a:ext cx="6949440" cy="4096512"/>
            <a:chOff x="548640" y="2057400"/>
            <a:chExt cx="6949440" cy="4096512"/>
          </a:xfrm>
        </p:grpSpPr>
        <p:sp>
          <p:nvSpPr>
            <p:cNvPr id="6" name="Shape 4"/>
            <p:cNvSpPr/>
            <p:nvPr/>
          </p:nvSpPr>
          <p:spPr>
            <a:xfrm>
              <a:off x="548640" y="2057400"/>
              <a:ext cx="6949440" cy="4096512"/>
            </a:xfrm>
            <a:prstGeom prst="roundRect">
              <a:avLst>
                <a:gd name="adj" fmla="val 2069"/>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graphicFrame>
          <p:nvGraphicFramePr>
            <p:cNvPr id="7" name="Chart 0"/>
            <p:cNvGraphicFramePr/>
            <p:nvPr>
              <p:extLst>
                <p:ext uri="{D42A27DB-BD31-4B8C-83A1-F6EECF244321}">
                  <p14:modId xmlns:p14="http://schemas.microsoft.com/office/powerpoint/2010/main" val="130444634"/>
                </p:ext>
              </p:extLst>
            </p:nvPr>
          </p:nvGraphicFramePr>
          <p:xfrm>
            <a:off x="868680" y="2331720"/>
            <a:ext cx="63093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868680" y="5486400"/>
              <a:ext cx="6309360" cy="274320"/>
            </a:xfrm>
            <a:prstGeom prst="rect">
              <a:avLst/>
            </a:prstGeom>
            <a:noFill/>
            <a:ln/>
          </p:spPr>
          <p:txBody>
            <a:bodyPr wrap="square" rtlCol="0" anchor="ctr"/>
            <a:lstStyle/>
            <a:p>
              <a:pPr marL="0" indent="0" algn="ctr">
                <a:buNone/>
              </a:pPr>
              <a:r>
                <a:rPr lang="en-US" sz="1400" i="1" dirty="0">
                  <a:solidFill>
                    <a:srgbClr val="5B6B7C"/>
                  </a:solidFill>
                  <a:latin typeface="Calibri" pitchFamily="34" charset="0"/>
                  <a:ea typeface="Calibri" pitchFamily="34" charset="-122"/>
                  <a:cs typeface="Calibri" pitchFamily="34" charset="-120"/>
                </a:rPr>
                <a:t>Overspend incidence (&gt;1% threshold) by company size</a:t>
              </a:r>
              <a:endParaRPr lang="en-US" sz="1400" dirty="0"/>
            </a:p>
          </p:txBody>
        </p:sp>
      </p:grpSp>
      <p:pic>
        <p:nvPicPr>
          <p:cNvPr id="12" name="Image 0" descr="report_assets/icon_check_FFFFFF.png"/>
          <p:cNvPicPr>
            <a:picLocks noChangeAspect="1"/>
          </p:cNvPicPr>
          <p:nvPr/>
        </p:nvPicPr>
        <p:blipFill>
          <a:blip r:embed="rId4"/>
          <a:stretch>
            <a:fillRect/>
          </a:stretch>
        </p:blipFill>
        <p:spPr>
          <a:xfrm>
            <a:off x="8058150" y="2708910"/>
            <a:ext cx="251460" cy="251460"/>
          </a:xfrm>
          <a:prstGeom prst="rect">
            <a:avLst/>
          </a:prstGeom>
        </p:spPr>
      </p:pic>
      <p:sp>
        <p:nvSpPr>
          <p:cNvPr id="15" name="Shape 11"/>
          <p:cNvSpPr/>
          <p:nvPr/>
        </p:nvSpPr>
        <p:spPr>
          <a:xfrm>
            <a:off x="7955280" y="3383280"/>
            <a:ext cx="457200" cy="457200"/>
          </a:xfrm>
          <a:prstGeom prst="ellipse">
            <a:avLst/>
          </a:prstGeom>
          <a:solidFill>
            <a:srgbClr val="12B76A"/>
          </a:solidFill>
          <a:ln/>
        </p:spPr>
        <p:txBody>
          <a:bodyPr/>
          <a:lstStyle/>
          <a:p>
            <a:endParaRPr lang="en-IN"/>
          </a:p>
        </p:txBody>
      </p:sp>
      <p:sp>
        <p:nvSpPr>
          <p:cNvPr id="19" name="Shape 14"/>
          <p:cNvSpPr/>
          <p:nvPr/>
        </p:nvSpPr>
        <p:spPr>
          <a:xfrm>
            <a:off x="7955280" y="4160520"/>
            <a:ext cx="457200" cy="457200"/>
          </a:xfrm>
          <a:prstGeom prst="ellipse">
            <a:avLst/>
          </a:prstGeom>
          <a:solidFill>
            <a:srgbClr val="8CA0B3"/>
          </a:solidFill>
          <a:ln/>
        </p:spPr>
        <p:txBody>
          <a:bodyPr/>
          <a:lstStyle/>
          <a:p>
            <a:endParaRPr lang="en-IN"/>
          </a:p>
        </p:txBody>
      </p:sp>
      <p:sp>
        <p:nvSpPr>
          <p:cNvPr id="9" name="Shape 6"/>
          <p:cNvSpPr/>
          <p:nvPr/>
        </p:nvSpPr>
        <p:spPr>
          <a:xfrm>
            <a:off x="7715574" y="2057400"/>
            <a:ext cx="3931920" cy="4096512"/>
          </a:xfrm>
          <a:prstGeom prst="roundRect">
            <a:avLst>
              <a:gd name="adj" fmla="val 2093"/>
            </a:avLst>
          </a:prstGeom>
          <a:solidFill>
            <a:schemeClr val="accent5">
              <a:lumMod val="50000"/>
            </a:schemeClr>
          </a:solidFill>
          <a:ln w="12700">
            <a:solidFill>
              <a:srgbClr val="0F2A47"/>
            </a:solidFill>
            <a:prstDash val="solid"/>
          </a:ln>
          <a:effectLst>
            <a:outerShdw blurRad="101600" dist="25400" dir="5400000" algn="bl" rotWithShape="0">
              <a:srgbClr val="1B2735">
                <a:alpha val="10000"/>
              </a:srgbClr>
            </a:outerShdw>
          </a:effectLst>
        </p:spPr>
        <p:txBody>
          <a:bodyPr/>
          <a:lstStyle/>
          <a:p>
            <a:endParaRPr lang="en-IN"/>
          </a:p>
        </p:txBody>
      </p:sp>
      <p:sp>
        <p:nvSpPr>
          <p:cNvPr id="10" name="Text 7"/>
          <p:cNvSpPr/>
          <p:nvPr/>
        </p:nvSpPr>
        <p:spPr>
          <a:xfrm>
            <a:off x="7989894" y="2240280"/>
            <a:ext cx="3383280" cy="274320"/>
          </a:xfrm>
          <a:prstGeom prst="rect">
            <a:avLst/>
          </a:prstGeom>
          <a:solidFill>
            <a:schemeClr val="accent5">
              <a:lumMod val="50000"/>
            </a:schemeClr>
          </a:solidFill>
          <a:ln/>
        </p:spPr>
        <p:txBody>
          <a:bodyPr wrap="square" rtlCol="0" anchor="ctr"/>
          <a:lstStyle/>
          <a:p>
            <a:pPr marL="0" indent="0">
              <a:buNone/>
            </a:pPr>
            <a:r>
              <a:rPr lang="en-US" sz="1200" b="1" kern="0" spc="100" dirty="0">
                <a:solidFill>
                  <a:srgbClr val="8FA6BE"/>
                </a:solidFill>
                <a:latin typeface="Calibri" pitchFamily="34" charset="0"/>
                <a:ea typeface="Calibri" pitchFamily="34" charset="-122"/>
                <a:cs typeface="Calibri" pitchFamily="34" charset="-120"/>
              </a:rPr>
              <a:t>SIGNIFICANCE BY SEGMENT</a:t>
            </a:r>
            <a:endParaRPr lang="en-US" sz="1200" dirty="0"/>
          </a:p>
        </p:txBody>
      </p:sp>
      <p:sp>
        <p:nvSpPr>
          <p:cNvPr id="11" name="Shape 8"/>
          <p:cNvSpPr/>
          <p:nvPr/>
        </p:nvSpPr>
        <p:spPr>
          <a:xfrm>
            <a:off x="7981382" y="2606040"/>
            <a:ext cx="457200" cy="457200"/>
          </a:xfrm>
          <a:prstGeom prst="ellipse">
            <a:avLst/>
          </a:prstGeom>
          <a:solidFill>
            <a:schemeClr val="accent5">
              <a:lumMod val="50000"/>
            </a:schemeClr>
          </a:solidFill>
          <a:ln/>
        </p:spPr>
        <p:txBody>
          <a:bodyPr/>
          <a:lstStyle/>
          <a:p>
            <a:endParaRPr lang="en-IN"/>
          </a:p>
        </p:txBody>
      </p:sp>
      <p:sp>
        <p:nvSpPr>
          <p:cNvPr id="13" name="Text 9"/>
          <p:cNvSpPr/>
          <p:nvPr/>
        </p:nvSpPr>
        <p:spPr>
          <a:xfrm>
            <a:off x="8584254" y="2578608"/>
            <a:ext cx="1371600" cy="320040"/>
          </a:xfrm>
          <a:prstGeom prst="rect">
            <a:avLst/>
          </a:prstGeom>
          <a:solidFill>
            <a:schemeClr val="accent5">
              <a:lumMod val="50000"/>
            </a:schemeClr>
          </a:solid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Small</a:t>
            </a:r>
            <a:endParaRPr lang="en-US" sz="1400" dirty="0"/>
          </a:p>
        </p:txBody>
      </p:sp>
      <p:sp>
        <p:nvSpPr>
          <p:cNvPr id="14" name="Text 10"/>
          <p:cNvSpPr/>
          <p:nvPr/>
        </p:nvSpPr>
        <p:spPr>
          <a:xfrm>
            <a:off x="8584254" y="2862072"/>
            <a:ext cx="2926080" cy="274320"/>
          </a:xfrm>
          <a:prstGeom prst="rect">
            <a:avLst/>
          </a:prstGeom>
          <a:solidFill>
            <a:schemeClr val="accent5">
              <a:lumMod val="50000"/>
            </a:schemeClr>
          </a:solidFill>
          <a:ln/>
        </p:spPr>
        <p:txBody>
          <a:bodyPr wrap="square" rtlCol="0" anchor="ctr"/>
          <a:lstStyle/>
          <a:p>
            <a:pPr marL="0" indent="0">
              <a:buNone/>
            </a:pPr>
            <a:r>
              <a:rPr lang="en-US" sz="1200" dirty="0">
                <a:solidFill>
                  <a:srgbClr val="AFC4DA"/>
                </a:solidFill>
                <a:latin typeface="Calibri" pitchFamily="34" charset="0"/>
                <a:ea typeface="Calibri" pitchFamily="34" charset="-122"/>
                <a:cs typeface="Calibri" pitchFamily="34" charset="-120"/>
              </a:rPr>
              <a:t>p &lt; 0.001 · −8.0 pts</a:t>
            </a:r>
            <a:endParaRPr lang="en-US" sz="1200" dirty="0"/>
          </a:p>
        </p:txBody>
      </p:sp>
      <p:sp>
        <p:nvSpPr>
          <p:cNvPr id="17" name="Text 12"/>
          <p:cNvSpPr/>
          <p:nvPr/>
        </p:nvSpPr>
        <p:spPr>
          <a:xfrm>
            <a:off x="8584254" y="3355848"/>
            <a:ext cx="1371600" cy="320040"/>
          </a:xfrm>
          <a:prstGeom prst="rect">
            <a:avLst/>
          </a:prstGeom>
          <a:solidFill>
            <a:schemeClr val="accent5">
              <a:lumMod val="50000"/>
            </a:schemeClr>
          </a:solid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Large</a:t>
            </a:r>
            <a:endParaRPr lang="en-US" sz="1400" dirty="0"/>
          </a:p>
        </p:txBody>
      </p:sp>
      <p:sp>
        <p:nvSpPr>
          <p:cNvPr id="18" name="Text 13"/>
          <p:cNvSpPr/>
          <p:nvPr/>
        </p:nvSpPr>
        <p:spPr>
          <a:xfrm>
            <a:off x="8584254" y="3639312"/>
            <a:ext cx="2926080" cy="274320"/>
          </a:xfrm>
          <a:prstGeom prst="rect">
            <a:avLst/>
          </a:prstGeom>
          <a:solidFill>
            <a:schemeClr val="accent5">
              <a:lumMod val="50000"/>
            </a:schemeClr>
          </a:solidFill>
          <a:ln/>
        </p:spPr>
        <p:txBody>
          <a:bodyPr wrap="square" rtlCol="0" anchor="ctr"/>
          <a:lstStyle/>
          <a:p>
            <a:pPr marL="0" indent="0">
              <a:buNone/>
            </a:pPr>
            <a:r>
              <a:rPr lang="en-US" sz="1200" dirty="0">
                <a:solidFill>
                  <a:srgbClr val="AFC4DA"/>
                </a:solidFill>
                <a:latin typeface="Calibri" pitchFamily="34" charset="0"/>
                <a:ea typeface="Calibri" pitchFamily="34" charset="-122"/>
                <a:cs typeface="Calibri" pitchFamily="34" charset="-120"/>
              </a:rPr>
              <a:t>p &lt; 0.001 · −7.9 pts</a:t>
            </a:r>
            <a:endParaRPr lang="en-US" sz="1200" dirty="0"/>
          </a:p>
        </p:txBody>
      </p:sp>
      <p:sp>
        <p:nvSpPr>
          <p:cNvPr id="21" name="Text 15"/>
          <p:cNvSpPr/>
          <p:nvPr/>
        </p:nvSpPr>
        <p:spPr>
          <a:xfrm>
            <a:off x="8584254" y="4133088"/>
            <a:ext cx="1371600" cy="320040"/>
          </a:xfrm>
          <a:prstGeom prst="rect">
            <a:avLst/>
          </a:prstGeom>
          <a:solidFill>
            <a:schemeClr val="accent5">
              <a:lumMod val="50000"/>
            </a:schemeClr>
          </a:solid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p>
        </p:txBody>
      </p:sp>
      <p:sp>
        <p:nvSpPr>
          <p:cNvPr id="22" name="Text 16"/>
          <p:cNvSpPr/>
          <p:nvPr/>
        </p:nvSpPr>
        <p:spPr>
          <a:xfrm>
            <a:off x="8584254" y="4416552"/>
            <a:ext cx="2926080" cy="274320"/>
          </a:xfrm>
          <a:prstGeom prst="rect">
            <a:avLst/>
          </a:prstGeom>
          <a:solidFill>
            <a:schemeClr val="accent5">
              <a:lumMod val="50000"/>
            </a:schemeClr>
          </a:solidFill>
          <a:ln/>
        </p:spPr>
        <p:txBody>
          <a:bodyPr wrap="square" rtlCol="0" anchor="ctr"/>
          <a:lstStyle/>
          <a:p>
            <a:pPr marL="0" indent="0">
              <a:buNone/>
            </a:pPr>
            <a:r>
              <a:rPr lang="en-US" sz="1400" dirty="0">
                <a:solidFill>
                  <a:srgbClr val="AFC4DA"/>
                </a:solidFill>
                <a:latin typeface="Calibri" pitchFamily="34" charset="0"/>
                <a:ea typeface="Calibri" pitchFamily="34" charset="-122"/>
                <a:cs typeface="Calibri" pitchFamily="34" charset="-120"/>
              </a:rPr>
              <a:t>p = 0.52 (simple test)</a:t>
            </a:r>
            <a:endParaRPr lang="en-US" sz="1400" dirty="0"/>
          </a:p>
        </p:txBody>
      </p:sp>
      <p:sp>
        <p:nvSpPr>
          <p:cNvPr id="23" name="Shape 17"/>
          <p:cNvSpPr/>
          <p:nvPr/>
        </p:nvSpPr>
        <p:spPr>
          <a:xfrm>
            <a:off x="7989894" y="4937760"/>
            <a:ext cx="3383280" cy="0"/>
          </a:xfrm>
          <a:prstGeom prst="line">
            <a:avLst/>
          </a:prstGeom>
          <a:solidFill>
            <a:schemeClr val="accent5">
              <a:lumMod val="50000"/>
            </a:schemeClr>
          </a:solidFill>
          <a:ln w="12700">
            <a:solidFill>
              <a:srgbClr val="2E4E70"/>
            </a:solidFill>
            <a:prstDash val="solid"/>
          </a:ln>
        </p:spPr>
        <p:txBody>
          <a:bodyPr/>
          <a:lstStyle/>
          <a:p>
            <a:endParaRPr lang="en-IN"/>
          </a:p>
        </p:txBody>
      </p:sp>
      <p:sp>
        <p:nvSpPr>
          <p:cNvPr id="24" name="Text 18"/>
          <p:cNvSpPr/>
          <p:nvPr/>
        </p:nvSpPr>
        <p:spPr>
          <a:xfrm>
            <a:off x="7989894" y="5074920"/>
            <a:ext cx="3429000" cy="914400"/>
          </a:xfrm>
          <a:prstGeom prst="rect">
            <a:avLst/>
          </a:prstGeom>
          <a:solidFill>
            <a:schemeClr val="accent5">
              <a:lumMod val="50000"/>
            </a:schemeClr>
          </a:solidFill>
          <a:ln/>
        </p:spPr>
        <p:txBody>
          <a:bodyPr wrap="square" rtlCol="0" anchor="ctr"/>
          <a:lstStyle/>
          <a:p>
            <a:pPr marL="0" indent="0">
              <a:lnSpc>
                <a:spcPts val="1550"/>
              </a:lnSpc>
              <a:buNone/>
            </a:pPr>
            <a:r>
              <a:rPr lang="en-US" sz="1400" b="1" dirty="0">
                <a:solidFill>
                  <a:srgbClr val="FFFFFF"/>
                </a:solidFill>
                <a:latin typeface="Calibri" pitchFamily="34" charset="0"/>
                <a:ea typeface="Calibri" pitchFamily="34" charset="-122"/>
                <a:cs typeface="Calibri" pitchFamily="34" charset="-120"/>
              </a:rPr>
              <a:t>The interaction model </a:t>
            </a:r>
            <a:r>
              <a:rPr lang="en-US" sz="1400" dirty="0">
                <a:solidFill>
                  <a:srgbClr val="D7E4F0"/>
                </a:solidFill>
                <a:latin typeface="Calibri" pitchFamily="34" charset="0"/>
                <a:ea typeface="Calibri" pitchFamily="34" charset="-122"/>
                <a:cs typeface="Calibri" pitchFamily="34" charset="-120"/>
              </a:rPr>
              <a:t>confirms medium companies' treatment effect genuinely differs from large companies' (p = 0.023) — a real signal, not just a small sample.</a:t>
            </a:r>
            <a:endParaRPr lang="en-US" sz="1400" dirty="0"/>
          </a:p>
        </p:txBody>
      </p:sp>
      <p:sp>
        <p:nvSpPr>
          <p:cNvPr id="25" name="Text 19"/>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26" name="Text 20"/>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
        <p:nvSpPr>
          <p:cNvPr id="38" name="Shape 8">
            <a:extLst>
              <a:ext uri="{FF2B5EF4-FFF2-40B4-BE49-F238E27FC236}">
                <a16:creationId xmlns:a16="http://schemas.microsoft.com/office/drawing/2014/main" id="{2B036DE3-89BF-7F80-4C21-3C527C15C739}"/>
              </a:ext>
            </a:extLst>
          </p:cNvPr>
          <p:cNvSpPr/>
          <p:nvPr/>
        </p:nvSpPr>
        <p:spPr>
          <a:xfrm>
            <a:off x="7989894" y="3382113"/>
            <a:ext cx="457200" cy="457200"/>
          </a:xfrm>
          <a:prstGeom prst="ellipse">
            <a:avLst/>
          </a:prstGeom>
          <a:solidFill>
            <a:srgbClr val="12B76A"/>
          </a:solidFill>
          <a:ln/>
        </p:spPr>
        <p:txBody>
          <a:bodyPr/>
          <a:lstStyle/>
          <a:p>
            <a:endParaRPr lang="en-IN"/>
          </a:p>
        </p:txBody>
      </p:sp>
      <p:sp>
        <p:nvSpPr>
          <p:cNvPr id="41" name="Shape 14">
            <a:extLst>
              <a:ext uri="{FF2B5EF4-FFF2-40B4-BE49-F238E27FC236}">
                <a16:creationId xmlns:a16="http://schemas.microsoft.com/office/drawing/2014/main" id="{9C89629C-10CC-2910-81C5-E5056965F68C}"/>
              </a:ext>
            </a:extLst>
          </p:cNvPr>
          <p:cNvSpPr/>
          <p:nvPr/>
        </p:nvSpPr>
        <p:spPr>
          <a:xfrm>
            <a:off x="8011821" y="4183089"/>
            <a:ext cx="457200" cy="457200"/>
          </a:xfrm>
          <a:prstGeom prst="ellipse">
            <a:avLst/>
          </a:prstGeom>
          <a:solidFill>
            <a:srgbClr val="8CA0B3"/>
          </a:solidFill>
          <a:ln/>
        </p:spPr>
        <p:txBody>
          <a:bodyPr/>
          <a:lstStyle/>
          <a:p>
            <a:endParaRPr lang="en-IN"/>
          </a:p>
        </p:txBody>
      </p:sp>
      <p:grpSp>
        <p:nvGrpSpPr>
          <p:cNvPr id="48" name="Group 47">
            <a:extLst>
              <a:ext uri="{FF2B5EF4-FFF2-40B4-BE49-F238E27FC236}">
                <a16:creationId xmlns:a16="http://schemas.microsoft.com/office/drawing/2014/main" id="{56D3E5C7-A8BB-F7CF-EAF7-E13657059C5D}"/>
              </a:ext>
            </a:extLst>
          </p:cNvPr>
          <p:cNvGrpSpPr/>
          <p:nvPr/>
        </p:nvGrpSpPr>
        <p:grpSpPr>
          <a:xfrm>
            <a:off x="7971858" y="2644222"/>
            <a:ext cx="457200" cy="457200"/>
            <a:chOff x="8609423" y="2633472"/>
            <a:chExt cx="457200" cy="457200"/>
          </a:xfrm>
        </p:grpSpPr>
        <p:sp>
          <p:nvSpPr>
            <p:cNvPr id="45" name="Shape 8">
              <a:extLst>
                <a:ext uri="{FF2B5EF4-FFF2-40B4-BE49-F238E27FC236}">
                  <a16:creationId xmlns:a16="http://schemas.microsoft.com/office/drawing/2014/main" id="{9F28FB73-0FA0-7EBB-BE2E-52544023136B}"/>
                </a:ext>
              </a:extLst>
            </p:cNvPr>
            <p:cNvSpPr/>
            <p:nvPr/>
          </p:nvSpPr>
          <p:spPr>
            <a:xfrm>
              <a:off x="8609423" y="2633472"/>
              <a:ext cx="457200" cy="457200"/>
            </a:xfrm>
            <a:prstGeom prst="ellipse">
              <a:avLst/>
            </a:prstGeom>
            <a:solidFill>
              <a:srgbClr val="12B76A"/>
            </a:solidFill>
            <a:ln/>
          </p:spPr>
          <p:txBody>
            <a:bodyPr/>
            <a:lstStyle/>
            <a:p>
              <a:endParaRPr lang="en-IN"/>
            </a:p>
          </p:txBody>
        </p:sp>
        <p:pic>
          <p:nvPicPr>
            <p:cNvPr id="47" name="Image 0" descr="report_assets/icon_check_FFFFFF.png">
              <a:extLst>
                <a:ext uri="{FF2B5EF4-FFF2-40B4-BE49-F238E27FC236}">
                  <a16:creationId xmlns:a16="http://schemas.microsoft.com/office/drawing/2014/main" id="{43EBF060-99B5-801C-341F-8563DDF09492}"/>
                </a:ext>
              </a:extLst>
            </p:cNvPr>
            <p:cNvPicPr>
              <a:picLocks noChangeAspect="1"/>
            </p:cNvPicPr>
            <p:nvPr/>
          </p:nvPicPr>
          <p:blipFill>
            <a:blip r:embed="rId4"/>
            <a:stretch>
              <a:fillRect/>
            </a:stretch>
          </p:blipFill>
          <p:spPr>
            <a:xfrm>
              <a:off x="8726562" y="2755701"/>
              <a:ext cx="251460" cy="251460"/>
            </a:xfrm>
            <a:prstGeom prst="rect">
              <a:avLst/>
            </a:prstGeom>
          </p:spPr>
        </p:pic>
      </p:grpSp>
      <p:pic>
        <p:nvPicPr>
          <p:cNvPr id="49" name="Image 0" descr="report_assets/icon_check_FFFFFF.png">
            <a:extLst>
              <a:ext uri="{FF2B5EF4-FFF2-40B4-BE49-F238E27FC236}">
                <a16:creationId xmlns:a16="http://schemas.microsoft.com/office/drawing/2014/main" id="{B483F188-FAA0-B8AA-8853-70AA69AE193B}"/>
              </a:ext>
            </a:extLst>
          </p:cNvPr>
          <p:cNvPicPr>
            <a:picLocks noChangeAspect="1"/>
          </p:cNvPicPr>
          <p:nvPr/>
        </p:nvPicPr>
        <p:blipFill>
          <a:blip r:embed="rId4"/>
          <a:stretch>
            <a:fillRect/>
          </a:stretch>
        </p:blipFill>
        <p:spPr>
          <a:xfrm>
            <a:off x="8098317" y="3493008"/>
            <a:ext cx="251460" cy="251460"/>
          </a:xfrm>
          <a:prstGeom prst="rect">
            <a:avLst/>
          </a:prstGeom>
        </p:spPr>
      </p:pic>
      <p:pic>
        <p:nvPicPr>
          <p:cNvPr id="50" name="Image 2" descr="report_assets/icon_alert_FFFFFF.png">
            <a:extLst>
              <a:ext uri="{FF2B5EF4-FFF2-40B4-BE49-F238E27FC236}">
                <a16:creationId xmlns:a16="http://schemas.microsoft.com/office/drawing/2014/main" id="{CA2DC25D-9BD1-8E66-DDAD-AB27083CE6E8}"/>
              </a:ext>
            </a:extLst>
          </p:cNvPr>
          <p:cNvPicPr>
            <a:picLocks noChangeAspect="1"/>
          </p:cNvPicPr>
          <p:nvPr/>
        </p:nvPicPr>
        <p:blipFill>
          <a:blip r:embed="rId5"/>
          <a:stretch>
            <a:fillRect/>
          </a:stretch>
        </p:blipFill>
        <p:spPr>
          <a:xfrm>
            <a:off x="8115300" y="4266699"/>
            <a:ext cx="251460" cy="251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923544" cy="274320"/>
          </a:xfrm>
          <a:prstGeom prst="roundRect">
            <a:avLst>
              <a:gd name="adj" fmla="val 20000"/>
            </a:avLst>
          </a:prstGeom>
          <a:solidFill>
            <a:srgbClr val="F5A524"/>
          </a:solidFill>
          <a:ln/>
        </p:spPr>
        <p:txBody>
          <a:bodyPr/>
          <a:lstStyle/>
          <a:p>
            <a:endParaRPr lang="en-IN"/>
          </a:p>
        </p:txBody>
      </p:sp>
      <p:sp>
        <p:nvSpPr>
          <p:cNvPr id="3" name="Text 1"/>
          <p:cNvSpPr/>
          <p:nvPr/>
        </p:nvSpPr>
        <p:spPr>
          <a:xfrm>
            <a:off x="548640" y="448056"/>
            <a:ext cx="923544"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a:t>
            </a:r>
            <a:r>
              <a:rPr lang="en-US" sz="1050" b="1" dirty="0">
                <a:solidFill>
                  <a:srgbClr val="FFFFFF"/>
                </a:solidFill>
                <a:latin typeface="Calibri" pitchFamily="34" charset="0"/>
                <a:ea typeface="Calibri" pitchFamily="34" charset="-122"/>
                <a:cs typeface="Calibri" pitchFamily="34" charset="-120"/>
              </a:rPr>
              <a:t> 3</a:t>
            </a:r>
            <a:endParaRPr lang="en-US" sz="105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2800" b="1" dirty="0">
                <a:solidFill>
                  <a:srgbClr val="1B2735"/>
                </a:solidFill>
                <a:latin typeface="Cambria" pitchFamily="34" charset="0"/>
                <a:ea typeface="Cambria" pitchFamily="34" charset="-122"/>
                <a:cs typeface="Cambria" pitchFamily="34" charset="-120"/>
              </a:rPr>
              <a:t>Treatment advertisers have lower median budgets — but why is unproven</a:t>
            </a:r>
            <a:endParaRPr lang="en-US" sz="2800" dirty="0"/>
          </a:p>
        </p:txBody>
      </p:sp>
      <p:sp>
        <p:nvSpPr>
          <p:cNvPr id="5" name="Text 3"/>
          <p:cNvSpPr/>
          <p:nvPr/>
        </p:nvSpPr>
        <p:spPr>
          <a:xfrm>
            <a:off x="525780" y="1618488"/>
            <a:ext cx="1078992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"Are treatment advertisers entering lower budgets because they're wary of the new product?"</a:t>
            </a:r>
            <a:endParaRPr lang="en-US" sz="1400" dirty="0"/>
          </a:p>
        </p:txBody>
      </p:sp>
      <p:sp>
        <p:nvSpPr>
          <p:cNvPr id="6" name="Shape 4"/>
          <p:cNvSpPr/>
          <p:nvPr/>
        </p:nvSpPr>
        <p:spPr>
          <a:xfrm>
            <a:off x="548640" y="2103120"/>
            <a:ext cx="5120640" cy="4005072"/>
          </a:xfrm>
          <a:prstGeom prst="roundRect">
            <a:avLst>
              <a:gd name="adj" fmla="val 209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7" name="Text 5"/>
          <p:cNvSpPr/>
          <p:nvPr/>
        </p:nvSpPr>
        <p:spPr>
          <a:xfrm>
            <a:off x="868680" y="2331720"/>
            <a:ext cx="4572000" cy="274320"/>
          </a:xfrm>
          <a:prstGeom prst="rect">
            <a:avLst/>
          </a:prstGeom>
          <a:noFill/>
          <a:ln/>
        </p:spPr>
        <p:txBody>
          <a:bodyPr wrap="square" rtlCol="0" anchor="ctr"/>
          <a:lstStyle/>
          <a:p>
            <a:pPr marL="0" indent="0">
              <a:buNone/>
            </a:pPr>
            <a:r>
              <a:rPr lang="en-US" sz="1600" b="1" kern="0" spc="150" dirty="0">
                <a:solidFill>
                  <a:srgbClr val="5B6B7C"/>
                </a:solidFill>
                <a:latin typeface="Calibri" pitchFamily="34" charset="0"/>
                <a:ea typeface="Calibri" pitchFamily="34" charset="-122"/>
                <a:cs typeface="Calibri" pitchFamily="34" charset="-120"/>
              </a:rPr>
              <a:t>MEDIAN CAMPAIGN BUDGET</a:t>
            </a:r>
            <a:endParaRPr lang="en-US" sz="1600" dirty="0"/>
          </a:p>
        </p:txBody>
      </p:sp>
      <p:grpSp>
        <p:nvGrpSpPr>
          <p:cNvPr id="29" name="Group 28">
            <a:extLst>
              <a:ext uri="{FF2B5EF4-FFF2-40B4-BE49-F238E27FC236}">
                <a16:creationId xmlns:a16="http://schemas.microsoft.com/office/drawing/2014/main" id="{A59660C5-6D82-9307-E28F-B3562BE6B45B}"/>
              </a:ext>
            </a:extLst>
          </p:cNvPr>
          <p:cNvGrpSpPr/>
          <p:nvPr/>
        </p:nvGrpSpPr>
        <p:grpSpPr>
          <a:xfrm>
            <a:off x="3404681" y="2743200"/>
            <a:ext cx="2035999" cy="2964018"/>
            <a:chOff x="3404681" y="2743200"/>
            <a:chExt cx="2035999" cy="2964018"/>
          </a:xfrm>
        </p:grpSpPr>
        <p:sp>
          <p:nvSpPr>
            <p:cNvPr id="11" name="Shape 9"/>
            <p:cNvSpPr/>
            <p:nvPr/>
          </p:nvSpPr>
          <p:spPr>
            <a:xfrm>
              <a:off x="3404681" y="2743200"/>
              <a:ext cx="2035999" cy="2964018"/>
            </a:xfrm>
            <a:prstGeom prst="roundRect">
              <a:avLst>
                <a:gd name="adj" fmla="val 4286"/>
              </a:avLst>
            </a:prstGeom>
            <a:solidFill>
              <a:srgbClr val="EAF4FE"/>
            </a:solidFill>
            <a:ln w="12700">
              <a:solidFill>
                <a:srgbClr val="BEE3FB"/>
              </a:solidFill>
              <a:prstDash val="solid"/>
            </a:ln>
          </p:spPr>
          <p:txBody>
            <a:bodyPr/>
            <a:lstStyle/>
            <a:p>
              <a:endParaRPr lang="en-IN"/>
            </a:p>
          </p:txBody>
        </p:sp>
        <p:sp>
          <p:nvSpPr>
            <p:cNvPr id="13" name="Text 11"/>
            <p:cNvSpPr/>
            <p:nvPr/>
          </p:nvSpPr>
          <p:spPr>
            <a:xfrm>
              <a:off x="3589505" y="3771900"/>
              <a:ext cx="1643972" cy="320040"/>
            </a:xfrm>
            <a:prstGeom prst="rect">
              <a:avLst/>
            </a:prstGeom>
            <a:noFill/>
            <a:ln/>
          </p:spPr>
          <p:txBody>
            <a:bodyPr wrap="square" rtlCol="0" anchor="ctr"/>
            <a:lstStyle/>
            <a:p>
              <a:pPr marL="0" indent="0" algn="ctr">
                <a:buNone/>
              </a:pPr>
              <a:r>
                <a:rPr lang="en-US" sz="1400" dirty="0">
                  <a:solidFill>
                    <a:srgbClr val="5B6B7C"/>
                  </a:solidFill>
                  <a:latin typeface="Calibri" pitchFamily="34" charset="0"/>
                  <a:ea typeface="Calibri" pitchFamily="34" charset="-122"/>
                  <a:cs typeface="Calibri" pitchFamily="34" charset="-120"/>
                </a:rPr>
                <a:t>Treatment</a:t>
              </a:r>
              <a:endParaRPr lang="en-US" sz="1400" dirty="0"/>
            </a:p>
          </p:txBody>
        </p:sp>
        <p:sp>
          <p:nvSpPr>
            <p:cNvPr id="14" name="Text 12"/>
            <p:cNvSpPr/>
            <p:nvPr/>
          </p:nvSpPr>
          <p:spPr>
            <a:xfrm>
              <a:off x="3589503" y="5052060"/>
              <a:ext cx="1643974" cy="320040"/>
            </a:xfrm>
            <a:prstGeom prst="rect">
              <a:avLst/>
            </a:prstGeom>
            <a:noFill/>
            <a:ln/>
          </p:spPr>
          <p:txBody>
            <a:bodyPr wrap="square" rtlCol="0" anchor="ctr"/>
            <a:lstStyle/>
            <a:p>
              <a:pPr marL="0" indent="0" algn="ctr">
                <a:buNone/>
              </a:pPr>
              <a:r>
                <a:rPr lang="en-US" sz="2000" b="1" dirty="0">
                  <a:solidFill>
                    <a:srgbClr val="1D9BF0"/>
                  </a:solidFill>
                  <a:latin typeface="Calibri" pitchFamily="34" charset="0"/>
                  <a:ea typeface="Calibri" pitchFamily="34" charset="-122"/>
                  <a:cs typeface="Calibri" pitchFamily="34" charset="-120"/>
                </a:rPr>
                <a:t>41% lower</a:t>
              </a:r>
              <a:endParaRPr lang="en-US" sz="2000" dirty="0"/>
            </a:p>
          </p:txBody>
        </p:sp>
        <p:sp>
          <p:nvSpPr>
            <p:cNvPr id="12" name="Text 10"/>
            <p:cNvSpPr/>
            <p:nvPr/>
          </p:nvSpPr>
          <p:spPr>
            <a:xfrm>
              <a:off x="3589505" y="3063240"/>
              <a:ext cx="1643973" cy="548640"/>
            </a:xfrm>
            <a:prstGeom prst="rect">
              <a:avLst/>
            </a:prstGeom>
            <a:noFill/>
            <a:ln/>
          </p:spPr>
          <p:txBody>
            <a:bodyPr wrap="square" rtlCol="0" anchor="ctr"/>
            <a:lstStyle/>
            <a:p>
              <a:pPr marL="0" indent="0" algn="ctr">
                <a:buNone/>
              </a:pPr>
              <a:r>
                <a:rPr lang="en-US" sz="4400" b="1" dirty="0">
                  <a:solidFill>
                    <a:srgbClr val="1D9BF0"/>
                  </a:solidFill>
                  <a:latin typeface="Cambria" pitchFamily="34" charset="0"/>
                  <a:ea typeface="Cambria" pitchFamily="34" charset="-122"/>
                  <a:cs typeface="Cambria" pitchFamily="34" charset="-120"/>
                </a:rPr>
                <a:t>$39</a:t>
              </a:r>
              <a:endParaRPr lang="en-US" sz="4400" dirty="0"/>
            </a:p>
          </p:txBody>
        </p:sp>
      </p:grpSp>
      <p:grpSp>
        <p:nvGrpSpPr>
          <p:cNvPr id="28" name="Group 27">
            <a:extLst>
              <a:ext uri="{FF2B5EF4-FFF2-40B4-BE49-F238E27FC236}">
                <a16:creationId xmlns:a16="http://schemas.microsoft.com/office/drawing/2014/main" id="{9783CE4C-3DFD-5FEF-07DD-34997D303AA6}"/>
              </a:ext>
            </a:extLst>
          </p:cNvPr>
          <p:cNvGrpSpPr/>
          <p:nvPr/>
        </p:nvGrpSpPr>
        <p:grpSpPr>
          <a:xfrm>
            <a:off x="800100" y="2743200"/>
            <a:ext cx="2037514" cy="2964018"/>
            <a:chOff x="800100" y="2743200"/>
            <a:chExt cx="1920240" cy="2964018"/>
          </a:xfrm>
        </p:grpSpPr>
        <p:sp>
          <p:nvSpPr>
            <p:cNvPr id="8" name="Shape 6"/>
            <p:cNvSpPr/>
            <p:nvPr/>
          </p:nvSpPr>
          <p:spPr>
            <a:xfrm>
              <a:off x="800100" y="2743200"/>
              <a:ext cx="1920240" cy="2964018"/>
            </a:xfrm>
            <a:prstGeom prst="roundRect">
              <a:avLst>
                <a:gd name="adj" fmla="val 4286"/>
              </a:avLst>
            </a:prstGeom>
            <a:solidFill>
              <a:srgbClr val="F4F7FB"/>
            </a:solidFill>
            <a:ln w="12700">
              <a:solidFill>
                <a:srgbClr val="DFE7F0"/>
              </a:solidFill>
              <a:prstDash val="solid"/>
            </a:ln>
          </p:spPr>
          <p:txBody>
            <a:bodyPr/>
            <a:lstStyle/>
            <a:p>
              <a:endParaRPr lang="en-IN"/>
            </a:p>
          </p:txBody>
        </p:sp>
        <p:sp>
          <p:nvSpPr>
            <p:cNvPr id="9" name="Text 7"/>
            <p:cNvSpPr/>
            <p:nvPr/>
          </p:nvSpPr>
          <p:spPr>
            <a:xfrm>
              <a:off x="868680" y="3063240"/>
              <a:ext cx="1689694" cy="548640"/>
            </a:xfrm>
            <a:prstGeom prst="rect">
              <a:avLst/>
            </a:prstGeom>
            <a:noFill/>
            <a:ln/>
          </p:spPr>
          <p:txBody>
            <a:bodyPr wrap="square" rtlCol="0" anchor="ctr"/>
            <a:lstStyle/>
            <a:p>
              <a:pPr marL="0" indent="0" algn="ctr">
                <a:buNone/>
              </a:pPr>
              <a:r>
                <a:rPr lang="en-US" sz="4400" b="1" dirty="0">
                  <a:solidFill>
                    <a:srgbClr val="1B2735"/>
                  </a:solidFill>
                  <a:latin typeface="Cambria" pitchFamily="34" charset="0"/>
                  <a:ea typeface="Cambria" pitchFamily="34" charset="-122"/>
                  <a:cs typeface="Cambria" pitchFamily="34" charset="-120"/>
                </a:rPr>
                <a:t>$65</a:t>
              </a:r>
              <a:endParaRPr lang="en-US" sz="4400" dirty="0"/>
            </a:p>
          </p:txBody>
        </p:sp>
        <p:sp>
          <p:nvSpPr>
            <p:cNvPr id="10" name="Text 8"/>
            <p:cNvSpPr/>
            <p:nvPr/>
          </p:nvSpPr>
          <p:spPr>
            <a:xfrm>
              <a:off x="868680" y="3771900"/>
              <a:ext cx="1689694" cy="320040"/>
            </a:xfrm>
            <a:prstGeom prst="rect">
              <a:avLst/>
            </a:prstGeom>
            <a:noFill/>
            <a:ln/>
          </p:spPr>
          <p:txBody>
            <a:bodyPr wrap="square" rtlCol="0" anchor="ctr"/>
            <a:lstStyle/>
            <a:p>
              <a:pPr marL="0" indent="0" algn="ctr">
                <a:buNone/>
              </a:pPr>
              <a:r>
                <a:rPr lang="en-US" sz="1400" dirty="0">
                  <a:solidFill>
                    <a:srgbClr val="5B6B7C"/>
                  </a:solidFill>
                  <a:latin typeface="Calibri" pitchFamily="34" charset="0"/>
                  <a:ea typeface="Calibri" pitchFamily="34" charset="-122"/>
                  <a:cs typeface="Calibri" pitchFamily="34" charset="-120"/>
                </a:rPr>
                <a:t>Control</a:t>
              </a:r>
              <a:endParaRPr lang="en-US" sz="1400" dirty="0"/>
            </a:p>
          </p:txBody>
        </p:sp>
        <p:sp>
          <p:nvSpPr>
            <p:cNvPr id="15" name="Text 13"/>
            <p:cNvSpPr/>
            <p:nvPr/>
          </p:nvSpPr>
          <p:spPr>
            <a:xfrm>
              <a:off x="868680" y="4960620"/>
              <a:ext cx="1805210" cy="502920"/>
            </a:xfrm>
            <a:prstGeom prst="rect">
              <a:avLst/>
            </a:prstGeom>
            <a:noFill/>
            <a:ln/>
          </p:spPr>
          <p:txBody>
            <a:bodyPr wrap="square" rtlCol="0" anchor="ctr"/>
            <a:lstStyle/>
            <a:p>
              <a:pPr marL="0" indent="0">
                <a:lnSpc>
                  <a:spcPts val="1400"/>
                </a:lnSpc>
                <a:buNone/>
              </a:pPr>
              <a:r>
                <a:rPr lang="en-US" sz="1200" dirty="0">
                  <a:solidFill>
                    <a:srgbClr val="5B6B7C"/>
                  </a:solidFill>
                  <a:latin typeface="Calibri" pitchFamily="34" charset="0"/>
                  <a:ea typeface="Calibri" pitchFamily="34" charset="-122"/>
                  <a:cs typeface="Calibri" pitchFamily="34" charset="-120"/>
                </a:rPr>
                <a:t>Mann-Whitney U: p &lt; 0.001</a:t>
              </a:r>
              <a:endParaRPr lang="en-US" sz="1200" dirty="0"/>
            </a:p>
            <a:p>
              <a:pPr marL="0" indent="0">
                <a:lnSpc>
                  <a:spcPts val="1400"/>
                </a:lnSpc>
                <a:buNone/>
              </a:pPr>
              <a:r>
                <a:rPr lang="en-US" sz="1200" dirty="0">
                  <a:solidFill>
                    <a:srgbClr val="5B6B7C"/>
                  </a:solidFill>
                  <a:latin typeface="Calibri" pitchFamily="34" charset="0"/>
                  <a:ea typeface="Calibri" pitchFamily="34" charset="-122"/>
                  <a:cs typeface="Calibri" pitchFamily="34" charset="-120"/>
                </a:rPr>
                <a:t>Welch t-test (log): p &lt; 0.001</a:t>
              </a:r>
              <a:endParaRPr lang="en-US" sz="1200" dirty="0"/>
            </a:p>
          </p:txBody>
        </p:sp>
      </p:grpSp>
      <p:sp>
        <p:nvSpPr>
          <p:cNvPr id="17" name="Shape 15"/>
          <p:cNvSpPr/>
          <p:nvPr/>
        </p:nvSpPr>
        <p:spPr>
          <a:xfrm>
            <a:off x="6217920" y="2377440"/>
            <a:ext cx="640080" cy="640080"/>
          </a:xfrm>
          <a:prstGeom prst="ellipse">
            <a:avLst/>
          </a:prstGeom>
          <a:solidFill>
            <a:srgbClr val="FFFFFF"/>
          </a:solidFill>
          <a:ln/>
        </p:spPr>
        <p:txBody>
          <a:bodyPr/>
          <a:lstStyle/>
          <a:p>
            <a:endParaRPr lang="en-IN"/>
          </a:p>
        </p:txBody>
      </p:sp>
      <p:sp>
        <p:nvSpPr>
          <p:cNvPr id="21" name="Shape 18"/>
          <p:cNvSpPr/>
          <p:nvPr/>
        </p:nvSpPr>
        <p:spPr>
          <a:xfrm>
            <a:off x="6217920" y="5440680"/>
            <a:ext cx="5120640" cy="0"/>
          </a:xfrm>
          <a:prstGeom prst="line">
            <a:avLst/>
          </a:prstGeom>
          <a:noFill/>
          <a:ln w="12700">
            <a:solidFill>
              <a:srgbClr val="FBE0C4"/>
            </a:solidFill>
            <a:prstDash val="solid"/>
          </a:ln>
        </p:spPr>
        <p:txBody>
          <a:bodyPr/>
          <a:lstStyle/>
          <a:p>
            <a:endParaRPr lang="en-IN"/>
          </a:p>
        </p:txBody>
      </p:sp>
      <p:grpSp>
        <p:nvGrpSpPr>
          <p:cNvPr id="30" name="Group 29">
            <a:extLst>
              <a:ext uri="{FF2B5EF4-FFF2-40B4-BE49-F238E27FC236}">
                <a16:creationId xmlns:a16="http://schemas.microsoft.com/office/drawing/2014/main" id="{918DF955-F59F-5B61-1E96-B28B1DBCACD6}"/>
              </a:ext>
            </a:extLst>
          </p:cNvPr>
          <p:cNvGrpSpPr/>
          <p:nvPr/>
        </p:nvGrpSpPr>
        <p:grpSpPr>
          <a:xfrm>
            <a:off x="5920740" y="2104482"/>
            <a:ext cx="5715000" cy="4005072"/>
            <a:chOff x="5920740" y="2104482"/>
            <a:chExt cx="5715000" cy="4005072"/>
          </a:xfrm>
        </p:grpSpPr>
        <p:sp>
          <p:nvSpPr>
            <p:cNvPr id="16" name="Shape 14"/>
            <p:cNvSpPr/>
            <p:nvPr/>
          </p:nvSpPr>
          <p:spPr>
            <a:xfrm>
              <a:off x="5920740" y="2104482"/>
              <a:ext cx="5715000" cy="4005072"/>
            </a:xfrm>
            <a:prstGeom prst="roundRect">
              <a:avLst>
                <a:gd name="adj" fmla="val 2093"/>
              </a:avLst>
            </a:prstGeom>
            <a:solidFill>
              <a:srgbClr val="FFF7ED"/>
            </a:solidFill>
            <a:ln w="12700">
              <a:solidFill>
                <a:srgbClr val="FBE0C4"/>
              </a:solidFill>
              <a:prstDash val="solid"/>
            </a:ln>
            <a:effectLst>
              <a:outerShdw blurRad="101600" dist="25400" dir="5400000" algn="bl" rotWithShape="0">
                <a:srgbClr val="1B2735">
                  <a:alpha val="10000"/>
                </a:srgbClr>
              </a:outerShdw>
            </a:effectLst>
          </p:spPr>
          <p:txBody>
            <a:bodyPr/>
            <a:lstStyle/>
            <a:p>
              <a:endParaRPr lang="en-IN"/>
            </a:p>
          </p:txBody>
        </p:sp>
        <p:pic>
          <p:nvPicPr>
            <p:cNvPr id="18" name="Image 0" descr="report_assets/icon_alert_F97142.png"/>
            <p:cNvPicPr>
              <a:picLocks noChangeAspect="1"/>
            </p:cNvPicPr>
            <p:nvPr/>
          </p:nvPicPr>
          <p:blipFill>
            <a:blip r:embed="rId3"/>
            <a:stretch>
              <a:fillRect/>
            </a:stretch>
          </p:blipFill>
          <p:spPr>
            <a:xfrm>
              <a:off x="6377940" y="2537460"/>
              <a:ext cx="320040" cy="320040"/>
            </a:xfrm>
            <a:prstGeom prst="rect">
              <a:avLst/>
            </a:prstGeom>
          </p:spPr>
        </p:pic>
        <p:sp>
          <p:nvSpPr>
            <p:cNvPr id="19" name="Text 16"/>
            <p:cNvSpPr/>
            <p:nvPr/>
          </p:nvSpPr>
          <p:spPr>
            <a:xfrm>
              <a:off x="7040880" y="2395728"/>
              <a:ext cx="4343400" cy="594360"/>
            </a:xfrm>
            <a:prstGeom prst="rect">
              <a:avLst/>
            </a:prstGeom>
            <a:noFill/>
            <a:ln/>
          </p:spPr>
          <p:txBody>
            <a:bodyPr wrap="square" rtlCol="0" anchor="ctr"/>
            <a:lstStyle/>
            <a:p>
              <a:pPr marL="0" indent="0">
                <a:buNone/>
              </a:pPr>
              <a:r>
                <a:rPr lang="en-US" sz="1600" b="1" dirty="0">
                  <a:solidFill>
                    <a:srgbClr val="1B2735"/>
                  </a:solidFill>
                  <a:latin typeface="Cambria" pitchFamily="34" charset="0"/>
                  <a:ea typeface="Cambria" pitchFamily="34" charset="-122"/>
                  <a:cs typeface="Cambria" pitchFamily="34" charset="-120"/>
                </a:rPr>
                <a:t>What the data can — and can't — prove</a:t>
              </a:r>
              <a:endParaRPr lang="en-US" sz="1600" dirty="0"/>
            </a:p>
          </p:txBody>
        </p:sp>
        <p:sp>
          <p:nvSpPr>
            <p:cNvPr id="20" name="Text 17"/>
            <p:cNvSpPr/>
            <p:nvPr/>
          </p:nvSpPr>
          <p:spPr>
            <a:xfrm>
              <a:off x="6217920" y="3063240"/>
              <a:ext cx="5120640" cy="2194560"/>
            </a:xfrm>
            <a:prstGeom prst="rect">
              <a:avLst/>
            </a:prstGeom>
            <a:noFill/>
            <a:ln/>
          </p:spPr>
          <p:txBody>
            <a:bodyPr wrap="square" rtlCol="0" anchor="ctr"/>
            <a:lstStyle/>
            <a:p>
              <a:pPr marL="0" indent="0">
                <a:lnSpc>
                  <a:spcPts val="2000"/>
                </a:lnSpc>
                <a:buNone/>
              </a:pPr>
              <a:r>
                <a:rPr lang="en-US" sz="1600" b="1" dirty="0">
                  <a:solidFill>
                    <a:srgbClr val="0B6B3A"/>
                  </a:solidFill>
                  <a:latin typeface="Calibri" pitchFamily="34" charset="0"/>
                  <a:ea typeface="Calibri" pitchFamily="34" charset="-122"/>
                  <a:cs typeface="Calibri" pitchFamily="34" charset="-120"/>
                </a:rPr>
                <a:t>Confirmed:  </a:t>
              </a:r>
              <a:r>
                <a:rPr lang="en-US" sz="1600" dirty="0">
                  <a:solidFill>
                    <a:srgbClr val="1B2735"/>
                  </a:solidFill>
                  <a:latin typeface="Calibri" pitchFamily="34" charset="0"/>
                  <a:ea typeface="Calibri" pitchFamily="34" charset="-122"/>
                  <a:cs typeface="Calibri" pitchFamily="34" charset="-120"/>
                </a:rPr>
                <a:t>budgets genuinely differ between arms — this is a robust, statistically significant pattern, consistent with the PM's concern.
</a:t>
              </a:r>
              <a:endParaRPr lang="en-US" sz="1600" dirty="0"/>
            </a:p>
            <a:p>
              <a:pPr marL="0" indent="0">
                <a:lnSpc>
                  <a:spcPts val="2000"/>
                </a:lnSpc>
                <a:buNone/>
              </a:pPr>
              <a:r>
                <a:rPr lang="en-US" sz="1600" b="1" dirty="0">
                  <a:solidFill>
                    <a:srgbClr val="F97142"/>
                  </a:solidFill>
                  <a:latin typeface="Calibri" pitchFamily="34" charset="0"/>
                  <a:ea typeface="Calibri" pitchFamily="34" charset="-122"/>
                  <a:cs typeface="Calibri" pitchFamily="34" charset="-120"/>
                </a:rPr>
                <a:t>Not confirmed:  </a:t>
              </a:r>
              <a:r>
                <a:rPr lang="en-US" sz="1600" dirty="0">
                  <a:solidFill>
                    <a:srgbClr val="1B2735"/>
                  </a:solidFill>
                  <a:latin typeface="Calibri" pitchFamily="34" charset="0"/>
                  <a:ea typeface="Calibri" pitchFamily="34" charset="-122"/>
                  <a:cs typeface="Calibri" pitchFamily="34" charset="-120"/>
                </a:rPr>
                <a:t>the dataset has no survey, sentiment, or motivation data — so "wariness" as the cause is a plausible story, not a demonstrated fact.</a:t>
              </a:r>
              <a:endParaRPr lang="en-US" sz="1600" dirty="0"/>
            </a:p>
          </p:txBody>
        </p:sp>
        <p:sp>
          <p:nvSpPr>
            <p:cNvPr id="22" name="Text 19"/>
            <p:cNvSpPr/>
            <p:nvPr/>
          </p:nvSpPr>
          <p:spPr>
            <a:xfrm>
              <a:off x="6217920" y="5509746"/>
              <a:ext cx="5120640" cy="41148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Recommendation: validate with an advertiser survey before attributing the gap to caution.</a:t>
              </a:r>
              <a:endParaRPr lang="en-US" sz="1400" dirty="0"/>
            </a:p>
          </p:txBody>
        </p:sp>
      </p:grpSp>
      <p:sp>
        <p:nvSpPr>
          <p:cNvPr id="23" name="Text 20"/>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24" name="Text 21"/>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923544" cy="274320"/>
          </a:xfrm>
          <a:prstGeom prst="roundRect">
            <a:avLst>
              <a:gd name="adj" fmla="val 20000"/>
            </a:avLst>
          </a:prstGeom>
          <a:solidFill>
            <a:srgbClr val="0F2A47"/>
          </a:solidFill>
          <a:ln/>
        </p:spPr>
        <p:txBody>
          <a:bodyPr/>
          <a:lstStyle/>
          <a:p>
            <a:endParaRPr lang="en-IN"/>
          </a:p>
        </p:txBody>
      </p:sp>
      <p:sp>
        <p:nvSpPr>
          <p:cNvPr id="3" name="Text 1"/>
          <p:cNvSpPr/>
          <p:nvPr/>
        </p:nvSpPr>
        <p:spPr>
          <a:xfrm>
            <a:off x="548640" y="448056"/>
            <a:ext cx="923544"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 4</a:t>
            </a:r>
            <a:endParaRPr lang="en-US" sz="110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2800" b="1" dirty="0">
                <a:solidFill>
                  <a:srgbClr val="1B2735"/>
                </a:solidFill>
                <a:latin typeface="Cambria" pitchFamily="34" charset="0"/>
                <a:ea typeface="Cambria" pitchFamily="34" charset="-122"/>
                <a:cs typeface="Cambria" pitchFamily="34" charset="-120"/>
              </a:rPr>
              <a:t>Mean vs. median tell a consistent — and more honest — story</a:t>
            </a:r>
            <a:endParaRPr lang="en-US" sz="2800" dirty="0"/>
          </a:p>
        </p:txBody>
      </p:sp>
      <p:sp>
        <p:nvSpPr>
          <p:cNvPr id="5" name="Text 3"/>
          <p:cNvSpPr/>
          <p:nvPr/>
        </p:nvSpPr>
        <p:spPr>
          <a:xfrm>
            <a:off x="548640" y="1554480"/>
            <a:ext cx="1078992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"What is the average overspend percentage for campaigns in each group?"</a:t>
            </a:r>
            <a:endParaRPr lang="en-US" sz="1400" dirty="0"/>
          </a:p>
        </p:txBody>
      </p:sp>
      <p:grpSp>
        <p:nvGrpSpPr>
          <p:cNvPr id="18" name="Group 17">
            <a:extLst>
              <a:ext uri="{FF2B5EF4-FFF2-40B4-BE49-F238E27FC236}">
                <a16:creationId xmlns:a16="http://schemas.microsoft.com/office/drawing/2014/main" id="{0FCAA23C-731E-62A3-D999-0100EAC4FD5A}"/>
              </a:ext>
            </a:extLst>
          </p:cNvPr>
          <p:cNvGrpSpPr/>
          <p:nvPr/>
        </p:nvGrpSpPr>
        <p:grpSpPr>
          <a:xfrm>
            <a:off x="548640" y="2103120"/>
            <a:ext cx="6400800" cy="3931920"/>
            <a:chOff x="548640" y="2103120"/>
            <a:chExt cx="6400800" cy="3931920"/>
          </a:xfrm>
        </p:grpSpPr>
        <p:sp>
          <p:nvSpPr>
            <p:cNvPr id="6" name="Shape 4"/>
            <p:cNvSpPr/>
            <p:nvPr/>
          </p:nvSpPr>
          <p:spPr>
            <a:xfrm>
              <a:off x="548640" y="2103120"/>
              <a:ext cx="6400800" cy="3931920"/>
            </a:xfrm>
            <a:prstGeom prst="roundRect">
              <a:avLst>
                <a:gd name="adj" fmla="val 209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graphicFrame>
          <p:nvGraphicFramePr>
            <p:cNvPr id="7" name="Chart 0"/>
            <p:cNvGraphicFramePr/>
            <p:nvPr>
              <p:extLst>
                <p:ext uri="{D42A27DB-BD31-4B8C-83A1-F6EECF244321}">
                  <p14:modId xmlns:p14="http://schemas.microsoft.com/office/powerpoint/2010/main" val="3205176559"/>
                </p:ext>
              </p:extLst>
            </p:nvPr>
          </p:nvGraphicFramePr>
          <p:xfrm>
            <a:off x="868680" y="2377440"/>
            <a:ext cx="5760720" cy="3520440"/>
          </p:xfrm>
          <a:graphic>
            <a:graphicData uri="http://schemas.openxmlformats.org/drawingml/2006/chart">
              <c:chart xmlns:c="http://schemas.openxmlformats.org/drawingml/2006/chart" xmlns:r="http://schemas.openxmlformats.org/officeDocument/2006/relationships" r:id="rId3"/>
            </a:graphicData>
          </a:graphic>
        </p:graphicFrame>
      </p:grpSp>
      <p:sp>
        <p:nvSpPr>
          <p:cNvPr id="12" name="Shape 9"/>
          <p:cNvSpPr/>
          <p:nvPr/>
        </p:nvSpPr>
        <p:spPr>
          <a:xfrm>
            <a:off x="7498080" y="4343400"/>
            <a:ext cx="502920" cy="502920"/>
          </a:xfrm>
          <a:prstGeom prst="ellipse">
            <a:avLst/>
          </a:prstGeom>
          <a:solidFill>
            <a:srgbClr val="FFFFFF"/>
          </a:solidFill>
          <a:ln/>
        </p:spPr>
        <p:txBody>
          <a:bodyPr/>
          <a:lstStyle/>
          <a:p>
            <a:endParaRPr lang="en-IN"/>
          </a:p>
        </p:txBody>
      </p:sp>
      <p:grpSp>
        <p:nvGrpSpPr>
          <p:cNvPr id="20" name="Group 19">
            <a:extLst>
              <a:ext uri="{FF2B5EF4-FFF2-40B4-BE49-F238E27FC236}">
                <a16:creationId xmlns:a16="http://schemas.microsoft.com/office/drawing/2014/main" id="{0704BFE8-A066-7F61-A797-9FA8DAD81805}"/>
              </a:ext>
            </a:extLst>
          </p:cNvPr>
          <p:cNvGrpSpPr/>
          <p:nvPr/>
        </p:nvGrpSpPr>
        <p:grpSpPr>
          <a:xfrm>
            <a:off x="7223760" y="2103120"/>
            <a:ext cx="4389120" cy="3931920"/>
            <a:chOff x="7223760" y="2103120"/>
            <a:chExt cx="4389120" cy="3931920"/>
          </a:xfrm>
        </p:grpSpPr>
        <p:grpSp>
          <p:nvGrpSpPr>
            <p:cNvPr id="19" name="Group 18">
              <a:extLst>
                <a:ext uri="{FF2B5EF4-FFF2-40B4-BE49-F238E27FC236}">
                  <a16:creationId xmlns:a16="http://schemas.microsoft.com/office/drawing/2014/main" id="{A3712B61-5FF1-8C9B-5DCC-F0F7637B59C8}"/>
                </a:ext>
              </a:extLst>
            </p:cNvPr>
            <p:cNvGrpSpPr/>
            <p:nvPr/>
          </p:nvGrpSpPr>
          <p:grpSpPr>
            <a:xfrm>
              <a:off x="7223760" y="2103120"/>
              <a:ext cx="4389120" cy="1828800"/>
              <a:chOff x="7223760" y="2103120"/>
              <a:chExt cx="4389120" cy="1828800"/>
            </a:xfrm>
          </p:grpSpPr>
          <p:sp>
            <p:nvSpPr>
              <p:cNvPr id="8" name="Shape 5"/>
              <p:cNvSpPr/>
              <p:nvPr/>
            </p:nvSpPr>
            <p:spPr>
              <a:xfrm>
                <a:off x="7223760" y="2103120"/>
                <a:ext cx="4389120" cy="1828800"/>
              </a:xfrm>
              <a:prstGeom prst="roundRect">
                <a:avLst>
                  <a:gd name="adj" fmla="val 4500"/>
                </a:avLst>
              </a:prstGeom>
              <a:solidFill>
                <a:schemeClr val="accent5">
                  <a:lumMod val="50000"/>
                </a:schemeClr>
              </a:solidFill>
              <a:ln w="12700">
                <a:solidFill>
                  <a:srgbClr val="0F2A47"/>
                </a:solidFill>
                <a:prstDash val="solid"/>
              </a:ln>
              <a:effectLst>
                <a:outerShdw blurRad="101600" dist="25400" dir="5400000" algn="bl" rotWithShape="0">
                  <a:srgbClr val="1B2735">
                    <a:alpha val="10000"/>
                  </a:srgbClr>
                </a:outerShdw>
              </a:effectLst>
            </p:spPr>
            <p:txBody>
              <a:bodyPr/>
              <a:lstStyle/>
              <a:p>
                <a:endParaRPr lang="en-IN"/>
              </a:p>
            </p:txBody>
          </p:sp>
          <p:sp>
            <p:nvSpPr>
              <p:cNvPr id="9" name="Text 6"/>
              <p:cNvSpPr/>
              <p:nvPr/>
            </p:nvSpPr>
            <p:spPr>
              <a:xfrm>
                <a:off x="7498080" y="2286000"/>
                <a:ext cx="3840480" cy="274320"/>
              </a:xfrm>
              <a:prstGeom prst="rect">
                <a:avLst/>
              </a:prstGeom>
              <a:noFill/>
              <a:ln/>
            </p:spPr>
            <p:txBody>
              <a:bodyPr wrap="square" rtlCol="0" anchor="ctr"/>
              <a:lstStyle/>
              <a:p>
                <a:pPr marL="0" indent="0">
                  <a:buNone/>
                </a:pPr>
                <a:r>
                  <a:rPr lang="en-US" sz="1400" b="1" kern="0" spc="100" dirty="0">
                    <a:solidFill>
                      <a:srgbClr val="8FA6BE"/>
                    </a:solidFill>
                    <a:latin typeface="Calibri" pitchFamily="34" charset="0"/>
                    <a:ea typeface="Calibri" pitchFamily="34" charset="-122"/>
                    <a:cs typeface="Calibri" pitchFamily="34" charset="-120"/>
                  </a:rPr>
                  <a:t>WHY THE GAP MATTERS</a:t>
                </a:r>
                <a:endParaRPr lang="en-US" sz="1400" dirty="0"/>
              </a:p>
            </p:txBody>
          </p:sp>
          <p:sp>
            <p:nvSpPr>
              <p:cNvPr id="10" name="Text 7"/>
              <p:cNvSpPr/>
              <p:nvPr/>
            </p:nvSpPr>
            <p:spPr>
              <a:xfrm>
                <a:off x="7498080" y="2606040"/>
                <a:ext cx="3840480" cy="1188720"/>
              </a:xfrm>
              <a:prstGeom prst="rect">
                <a:avLst/>
              </a:prstGeom>
              <a:noFill/>
              <a:ln/>
            </p:spPr>
            <p:txBody>
              <a:bodyPr wrap="square" rtlCol="0" anchor="ctr"/>
              <a:lstStyle/>
              <a:p>
                <a:pPr marL="0" indent="0">
                  <a:lnSpc>
                    <a:spcPts val="1650"/>
                  </a:lnSpc>
                  <a:buNone/>
                </a:pPr>
                <a:r>
                  <a:rPr lang="en-US" sz="1400" dirty="0">
                    <a:solidFill>
                      <a:srgbClr val="D7E4F0"/>
                    </a:solidFill>
                    <a:latin typeface="Calibri" pitchFamily="34" charset="0"/>
                    <a:ea typeface="Calibri" pitchFamily="34" charset="-122"/>
                    <a:cs typeface="Calibri" pitchFamily="34" charset="-120"/>
                  </a:rPr>
                  <a:t>The mean is much higher than the median in both arms — a signal that a small number of large-overspend campaigns pull the average up. The median is the fairer "typical campaign" number.</a:t>
                </a:r>
                <a:endParaRPr lang="en-US" sz="1400" dirty="0"/>
              </a:p>
            </p:txBody>
          </p:sp>
        </p:grpSp>
        <p:sp>
          <p:nvSpPr>
            <p:cNvPr id="11" name="Shape 8"/>
            <p:cNvSpPr/>
            <p:nvPr/>
          </p:nvSpPr>
          <p:spPr>
            <a:xfrm>
              <a:off x="7223760" y="4114800"/>
              <a:ext cx="4389120" cy="1920240"/>
            </a:xfrm>
            <a:prstGeom prst="roundRect">
              <a:avLst>
                <a:gd name="adj" fmla="val 4286"/>
              </a:avLst>
            </a:prstGeom>
            <a:solidFill>
              <a:srgbClr val="ECFDF5"/>
            </a:solidFill>
            <a:ln w="12700">
              <a:solidFill>
                <a:srgbClr val="B7EFD1"/>
              </a:solidFill>
              <a:prstDash val="solid"/>
            </a:ln>
            <a:effectLst>
              <a:outerShdw blurRad="101600" dist="25400" dir="5400000" algn="bl" rotWithShape="0">
                <a:srgbClr val="1B2735">
                  <a:alpha val="10000"/>
                </a:srgbClr>
              </a:outerShdw>
            </a:effectLst>
          </p:spPr>
          <p:txBody>
            <a:bodyPr/>
            <a:lstStyle/>
            <a:p>
              <a:endParaRPr lang="en-IN"/>
            </a:p>
          </p:txBody>
        </p:sp>
        <p:pic>
          <p:nvPicPr>
            <p:cNvPr id="13" name="Image 0" descr="report_assets/icon_check_12B76A.png"/>
            <p:cNvPicPr>
              <a:picLocks noChangeAspect="1"/>
            </p:cNvPicPr>
            <p:nvPr/>
          </p:nvPicPr>
          <p:blipFill>
            <a:blip r:embed="rId4"/>
            <a:stretch>
              <a:fillRect/>
            </a:stretch>
          </p:blipFill>
          <p:spPr>
            <a:xfrm>
              <a:off x="7611237" y="4456557"/>
              <a:ext cx="276606" cy="276606"/>
            </a:xfrm>
            <a:prstGeom prst="rect">
              <a:avLst/>
            </a:prstGeom>
          </p:spPr>
        </p:pic>
        <p:sp>
          <p:nvSpPr>
            <p:cNvPr id="14" name="Text 10"/>
            <p:cNvSpPr/>
            <p:nvPr/>
          </p:nvSpPr>
          <p:spPr>
            <a:xfrm>
              <a:off x="8138160" y="4370832"/>
              <a:ext cx="3291840" cy="365760"/>
            </a:xfrm>
            <a:prstGeom prst="rect">
              <a:avLst/>
            </a:prstGeom>
            <a:noFill/>
            <a:ln/>
          </p:spPr>
          <p:txBody>
            <a:bodyPr wrap="square" rtlCol="0" anchor="ctr"/>
            <a:lstStyle/>
            <a:p>
              <a:pPr marL="0" indent="0">
                <a:buNone/>
              </a:pPr>
              <a:r>
                <a:rPr lang="en-US" sz="1400" b="1" dirty="0">
                  <a:solidFill>
                    <a:srgbClr val="0B6B3A"/>
                  </a:solidFill>
                  <a:latin typeface="Cambria" pitchFamily="34" charset="0"/>
                  <a:ea typeface="Cambria" pitchFamily="34" charset="-122"/>
                  <a:cs typeface="Cambria" pitchFamily="34" charset="-120"/>
                </a:rPr>
                <a:t>Both views agree</a:t>
              </a:r>
              <a:endParaRPr lang="en-US" sz="1400" dirty="0"/>
            </a:p>
          </p:txBody>
        </p:sp>
        <p:sp>
          <p:nvSpPr>
            <p:cNvPr id="15" name="Text 11"/>
            <p:cNvSpPr/>
            <p:nvPr/>
          </p:nvSpPr>
          <p:spPr>
            <a:xfrm>
              <a:off x="7498080" y="4892040"/>
              <a:ext cx="3931920" cy="1005840"/>
            </a:xfrm>
            <a:prstGeom prst="rect">
              <a:avLst/>
            </a:prstGeom>
            <a:noFill/>
            <a:ln/>
          </p:spPr>
          <p:txBody>
            <a:bodyPr wrap="square" rtlCol="0" anchor="ctr"/>
            <a:lstStyle/>
            <a:p>
              <a:pPr marL="0" indent="0">
                <a:lnSpc>
                  <a:spcPts val="1600"/>
                </a:lnSpc>
                <a:buNone/>
              </a:pPr>
              <a:r>
                <a:rPr lang="en-US" sz="1400" dirty="0">
                  <a:solidFill>
                    <a:srgbClr val="1B2735"/>
                  </a:solidFill>
                  <a:latin typeface="Calibri" pitchFamily="34" charset="0"/>
                  <a:ea typeface="Calibri" pitchFamily="34" charset="-122"/>
                  <a:cs typeface="Calibri" pitchFamily="34" charset="-120"/>
                </a:rPr>
                <a:t>Mann-Whitney U on the full distribution: p &lt; 0.001 — treatment is meaningfully lower whichever summary statistic you trust.</a:t>
              </a:r>
              <a:endParaRPr lang="en-US" sz="1400" dirty="0"/>
            </a:p>
          </p:txBody>
        </p:sp>
      </p:grpSp>
      <p:sp>
        <p:nvSpPr>
          <p:cNvPr id="16" name="Text 12"/>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17" name="Text 13"/>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1312164" cy="274320"/>
          </a:xfrm>
          <a:prstGeom prst="roundRect">
            <a:avLst>
              <a:gd name="adj" fmla="val 20000"/>
            </a:avLst>
          </a:prstGeom>
          <a:solidFill>
            <a:srgbClr val="0F2A47"/>
          </a:solidFill>
          <a:ln/>
        </p:spPr>
        <p:txBody>
          <a:bodyPr/>
          <a:lstStyle/>
          <a:p>
            <a:endParaRPr lang="en-IN"/>
          </a:p>
        </p:txBody>
      </p:sp>
      <p:sp>
        <p:nvSpPr>
          <p:cNvPr id="3" name="Text 1"/>
          <p:cNvSpPr/>
          <p:nvPr/>
        </p:nvSpPr>
        <p:spPr>
          <a:xfrm>
            <a:off x="548640" y="448056"/>
            <a:ext cx="1312164"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QUESTIONS 6 &amp; 9</a:t>
            </a:r>
            <a:endParaRPr lang="en-US" sz="110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Small advertisers overspend the most — in both arms</a:t>
            </a:r>
            <a:endParaRPr lang="en-US" sz="3000" dirty="0"/>
          </a:p>
        </p:txBody>
      </p:sp>
      <p:sp>
        <p:nvSpPr>
          <p:cNvPr id="5" name="Text 3"/>
          <p:cNvSpPr/>
          <p:nvPr/>
        </p:nvSpPr>
        <p:spPr>
          <a:xfrm>
            <a:off x="548640" y="1508760"/>
            <a:ext cx="1078992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"What demographic factors correlate with overspend? Does company size matter within each arm?"</a:t>
            </a:r>
            <a:endParaRPr lang="en-US" sz="1400" dirty="0"/>
          </a:p>
        </p:txBody>
      </p:sp>
      <p:grpSp>
        <p:nvGrpSpPr>
          <p:cNvPr id="18" name="Group 17">
            <a:extLst>
              <a:ext uri="{FF2B5EF4-FFF2-40B4-BE49-F238E27FC236}">
                <a16:creationId xmlns:a16="http://schemas.microsoft.com/office/drawing/2014/main" id="{D32B1AED-08FC-97AF-0B95-24AF87F44472}"/>
              </a:ext>
            </a:extLst>
          </p:cNvPr>
          <p:cNvGrpSpPr/>
          <p:nvPr/>
        </p:nvGrpSpPr>
        <p:grpSpPr>
          <a:xfrm>
            <a:off x="548640" y="2057400"/>
            <a:ext cx="6949440" cy="4096512"/>
            <a:chOff x="548640" y="2057400"/>
            <a:chExt cx="6949440" cy="4096512"/>
          </a:xfrm>
        </p:grpSpPr>
        <p:sp>
          <p:nvSpPr>
            <p:cNvPr id="6" name="Shape 4"/>
            <p:cNvSpPr/>
            <p:nvPr/>
          </p:nvSpPr>
          <p:spPr>
            <a:xfrm>
              <a:off x="548640" y="2057400"/>
              <a:ext cx="6949440" cy="4096512"/>
            </a:xfrm>
            <a:prstGeom prst="roundRect">
              <a:avLst>
                <a:gd name="adj" fmla="val 2069"/>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graphicFrame>
          <p:nvGraphicFramePr>
            <p:cNvPr id="7" name="Chart 0"/>
            <p:cNvGraphicFramePr/>
            <p:nvPr>
              <p:extLst>
                <p:ext uri="{D42A27DB-BD31-4B8C-83A1-F6EECF244321}">
                  <p14:modId xmlns:p14="http://schemas.microsoft.com/office/powerpoint/2010/main" val="1601028914"/>
                </p:ext>
              </p:extLst>
            </p:nvPr>
          </p:nvGraphicFramePr>
          <p:xfrm>
            <a:off x="868680" y="2331720"/>
            <a:ext cx="63093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868680" y="5687568"/>
              <a:ext cx="6309360" cy="274320"/>
            </a:xfrm>
            <a:prstGeom prst="rect">
              <a:avLst/>
            </a:prstGeom>
            <a:noFill/>
            <a:ln/>
          </p:spPr>
          <p:txBody>
            <a:bodyPr wrap="square" rtlCol="0" anchor="ctr"/>
            <a:lstStyle/>
            <a:p>
              <a:pPr marL="0" indent="0" algn="ctr">
                <a:buNone/>
              </a:pPr>
              <a:r>
                <a:rPr lang="en-US" sz="1400" i="1" dirty="0">
                  <a:solidFill>
                    <a:srgbClr val="5B6B7C"/>
                  </a:solidFill>
                  <a:latin typeface="Calibri" pitchFamily="34" charset="0"/>
                  <a:ea typeface="Calibri" pitchFamily="34" charset="-122"/>
                  <a:cs typeface="Calibri" pitchFamily="34" charset="-120"/>
                </a:rPr>
                <a:t>Mean overspend % by company size and group</a:t>
              </a:r>
              <a:endParaRPr lang="en-US" sz="1400" dirty="0"/>
            </a:p>
          </p:txBody>
        </p:sp>
      </p:grpSp>
      <p:grpSp>
        <p:nvGrpSpPr>
          <p:cNvPr id="19" name="Group 18">
            <a:extLst>
              <a:ext uri="{FF2B5EF4-FFF2-40B4-BE49-F238E27FC236}">
                <a16:creationId xmlns:a16="http://schemas.microsoft.com/office/drawing/2014/main" id="{E0138E80-BAE5-C031-8AD3-CBD9476C15C8}"/>
              </a:ext>
            </a:extLst>
          </p:cNvPr>
          <p:cNvGrpSpPr/>
          <p:nvPr/>
        </p:nvGrpSpPr>
        <p:grpSpPr>
          <a:xfrm>
            <a:off x="7711440" y="2075328"/>
            <a:ext cx="3931920" cy="4078583"/>
            <a:chOff x="7711440" y="2075328"/>
            <a:chExt cx="3931920" cy="4078583"/>
          </a:xfrm>
          <a:solidFill>
            <a:schemeClr val="accent5">
              <a:lumMod val="50000"/>
            </a:schemeClr>
          </a:solidFill>
        </p:grpSpPr>
        <p:sp>
          <p:nvSpPr>
            <p:cNvPr id="9" name="Shape 6"/>
            <p:cNvSpPr/>
            <p:nvPr/>
          </p:nvSpPr>
          <p:spPr>
            <a:xfrm>
              <a:off x="7711440" y="2075328"/>
              <a:ext cx="3931920" cy="4078583"/>
            </a:xfrm>
            <a:prstGeom prst="roundRect">
              <a:avLst>
                <a:gd name="adj" fmla="val 2093"/>
              </a:avLst>
            </a:prstGeom>
            <a:grpFill/>
            <a:ln w="12700">
              <a:solidFill>
                <a:srgbClr val="0F2A47"/>
              </a:solidFill>
              <a:prstDash val="solid"/>
            </a:ln>
            <a:effectLst>
              <a:outerShdw blurRad="101600" dist="25400" dir="5400000" algn="bl" rotWithShape="0">
                <a:srgbClr val="1B2735">
                  <a:alpha val="10000"/>
                </a:srgbClr>
              </a:outerShdw>
            </a:effectLst>
          </p:spPr>
          <p:txBody>
            <a:bodyPr/>
            <a:lstStyle/>
            <a:p>
              <a:endParaRPr lang="en-IN"/>
            </a:p>
          </p:txBody>
        </p:sp>
        <p:sp>
          <p:nvSpPr>
            <p:cNvPr id="10" name="Text 7"/>
            <p:cNvSpPr/>
            <p:nvPr/>
          </p:nvSpPr>
          <p:spPr>
            <a:xfrm>
              <a:off x="7955280" y="2286000"/>
              <a:ext cx="3383280" cy="274320"/>
            </a:xfrm>
            <a:prstGeom prst="rect">
              <a:avLst/>
            </a:prstGeom>
            <a:grpFill/>
            <a:ln/>
          </p:spPr>
          <p:txBody>
            <a:bodyPr wrap="square" rtlCol="0" anchor="ctr"/>
            <a:lstStyle/>
            <a:p>
              <a:pPr marL="0" indent="0">
                <a:buNone/>
              </a:pPr>
              <a:r>
                <a:rPr lang="en-US" sz="1400" b="1" kern="0" spc="100" dirty="0">
                  <a:solidFill>
                    <a:srgbClr val="8FA6BE"/>
                  </a:solidFill>
                  <a:latin typeface="Calibri" pitchFamily="34" charset="0"/>
                  <a:ea typeface="Calibri" pitchFamily="34" charset="-122"/>
                  <a:cs typeface="Calibri" pitchFamily="34" charset="-120"/>
                </a:rPr>
                <a:t>KRUSKAL-WALLIS TEST</a:t>
              </a:r>
              <a:endParaRPr lang="en-US" sz="1400" dirty="0"/>
            </a:p>
          </p:txBody>
        </p:sp>
        <p:sp>
          <p:nvSpPr>
            <p:cNvPr id="11" name="Text 8"/>
            <p:cNvSpPr/>
            <p:nvPr/>
          </p:nvSpPr>
          <p:spPr>
            <a:xfrm>
              <a:off x="7955280" y="2606040"/>
              <a:ext cx="3436620" cy="777240"/>
            </a:xfrm>
            <a:prstGeom prst="rect">
              <a:avLst/>
            </a:prstGeom>
            <a:grpFill/>
            <a:ln/>
          </p:spPr>
          <p:txBody>
            <a:bodyPr wrap="square" rtlCol="0" anchor="ctr"/>
            <a:lstStyle/>
            <a:p>
              <a:pPr marL="0" indent="0">
                <a:lnSpc>
                  <a:spcPts val="2000"/>
                </a:lnSpc>
                <a:buNone/>
              </a:pPr>
              <a:r>
                <a:rPr lang="en-US" sz="1400" b="1" dirty="0">
                  <a:solidFill>
                    <a:srgbClr val="FFFFFF"/>
                  </a:solidFill>
                  <a:latin typeface="Calibri" pitchFamily="34" charset="0"/>
                  <a:ea typeface="Calibri" pitchFamily="34" charset="-122"/>
                  <a:cs typeface="Calibri" pitchFamily="34" charset="-120"/>
                </a:rPr>
                <a:t>Control:  H = 438.3, p &lt; 0.001</a:t>
              </a:r>
              <a:endParaRPr lang="en-US" sz="1400" dirty="0"/>
            </a:p>
            <a:p>
              <a:pPr marL="0" indent="0">
                <a:lnSpc>
                  <a:spcPts val="2000"/>
                </a:lnSpc>
                <a:buNone/>
              </a:pPr>
              <a:r>
                <a:rPr lang="en-US" sz="1400" b="1" dirty="0">
                  <a:solidFill>
                    <a:srgbClr val="FFFFFF"/>
                  </a:solidFill>
                  <a:latin typeface="Calibri" pitchFamily="34" charset="0"/>
                  <a:ea typeface="Calibri" pitchFamily="34" charset="-122"/>
                  <a:cs typeface="Calibri" pitchFamily="34" charset="-120"/>
                </a:rPr>
                <a:t>Treatment:  H = 270.4, p &lt; 0.001</a:t>
              </a:r>
              <a:endParaRPr lang="en-US" sz="1400" dirty="0"/>
            </a:p>
          </p:txBody>
        </p:sp>
        <p:sp>
          <p:nvSpPr>
            <p:cNvPr id="12" name="Shape 9"/>
            <p:cNvSpPr/>
            <p:nvPr/>
          </p:nvSpPr>
          <p:spPr>
            <a:xfrm>
              <a:off x="7955280" y="3444240"/>
              <a:ext cx="3383280" cy="0"/>
            </a:xfrm>
            <a:prstGeom prst="line">
              <a:avLst/>
            </a:prstGeom>
            <a:grpFill/>
            <a:ln w="12700">
              <a:solidFill>
                <a:srgbClr val="2E4E70"/>
              </a:solidFill>
              <a:prstDash val="solid"/>
            </a:ln>
          </p:spPr>
          <p:txBody>
            <a:bodyPr/>
            <a:lstStyle/>
            <a:p>
              <a:endParaRPr lang="en-IN"/>
            </a:p>
          </p:txBody>
        </p:sp>
        <p:sp>
          <p:nvSpPr>
            <p:cNvPr id="13" name="Text 10"/>
            <p:cNvSpPr/>
            <p:nvPr/>
          </p:nvSpPr>
          <p:spPr>
            <a:xfrm>
              <a:off x="7962900" y="3581400"/>
              <a:ext cx="3429000" cy="1188720"/>
            </a:xfrm>
            <a:prstGeom prst="rect">
              <a:avLst/>
            </a:prstGeom>
            <a:grpFill/>
            <a:ln/>
          </p:spPr>
          <p:txBody>
            <a:bodyPr wrap="square" rtlCol="0" anchor="ctr"/>
            <a:lstStyle/>
            <a:p>
              <a:pPr marL="0" indent="0">
                <a:lnSpc>
                  <a:spcPts val="1700"/>
                </a:lnSpc>
                <a:buNone/>
              </a:pPr>
              <a:r>
                <a:rPr lang="en-US" sz="1400" dirty="0">
                  <a:solidFill>
                    <a:srgbClr val="D7E4F0"/>
                  </a:solidFill>
                  <a:latin typeface="Calibri" pitchFamily="34" charset="0"/>
                  <a:ea typeface="Calibri" pitchFamily="34" charset="-122"/>
                  <a:cs typeface="Calibri" pitchFamily="34" charset="-120"/>
                </a:rPr>
                <a:t>Company size significantly affects overspend within both arms. Small companies overspend most consistently — </a:t>
              </a:r>
              <a:r>
                <a:rPr lang="en-US" sz="1400" i="1" dirty="0">
                  <a:solidFill>
                    <a:srgbClr val="D7E4F0"/>
                  </a:solidFill>
                  <a:latin typeface="Calibri" pitchFamily="34" charset="0"/>
                  <a:ea typeface="Calibri" pitchFamily="34" charset="-122"/>
                  <a:cs typeface="Calibri" pitchFamily="34" charset="-120"/>
                </a:rPr>
                <a:t>likely reflecting less sophisticated bidding/pacing infrastructure.</a:t>
              </a:r>
              <a:endParaRPr lang="en-US" sz="1400" dirty="0"/>
            </a:p>
          </p:txBody>
        </p:sp>
        <p:sp>
          <p:nvSpPr>
            <p:cNvPr id="14" name="Shape 11"/>
            <p:cNvSpPr/>
            <p:nvPr/>
          </p:nvSpPr>
          <p:spPr>
            <a:xfrm>
              <a:off x="7955280" y="4937760"/>
              <a:ext cx="3383280" cy="0"/>
            </a:xfrm>
            <a:prstGeom prst="line">
              <a:avLst/>
            </a:prstGeom>
            <a:grpFill/>
            <a:ln w="12700">
              <a:solidFill>
                <a:srgbClr val="2E4E70"/>
              </a:solidFill>
              <a:prstDash val="solid"/>
            </a:ln>
          </p:spPr>
          <p:txBody>
            <a:bodyPr/>
            <a:lstStyle/>
            <a:p>
              <a:endParaRPr lang="en-IN"/>
            </a:p>
          </p:txBody>
        </p:sp>
        <p:sp>
          <p:nvSpPr>
            <p:cNvPr id="15" name="Text 12"/>
            <p:cNvSpPr/>
            <p:nvPr/>
          </p:nvSpPr>
          <p:spPr>
            <a:xfrm>
              <a:off x="7939734" y="5027675"/>
              <a:ext cx="3452165" cy="868680"/>
            </a:xfrm>
            <a:prstGeom prst="rect">
              <a:avLst/>
            </a:prstGeom>
            <a:grpFill/>
            <a:ln/>
          </p:spPr>
          <p:txBody>
            <a:bodyPr wrap="square" rtlCol="0" anchor="ctr"/>
            <a:lstStyle/>
            <a:p>
              <a:pPr marL="0" indent="0">
                <a:lnSpc>
                  <a:spcPts val="1500"/>
                </a:lnSpc>
                <a:buNone/>
              </a:pPr>
              <a:r>
                <a:rPr lang="en-US" sz="1400" b="1" dirty="0">
                  <a:solidFill>
                    <a:srgbClr val="1D9BF0"/>
                  </a:solidFill>
                  <a:latin typeface="Calibri" pitchFamily="34" charset="0"/>
                  <a:ea typeface="Calibri" pitchFamily="34" charset="-122"/>
                  <a:cs typeface="Calibri" pitchFamily="34" charset="-120"/>
                </a:rPr>
                <a:t>Note: </a:t>
              </a:r>
              <a:r>
                <a:rPr lang="en-US" sz="1400" dirty="0">
                  <a:solidFill>
                    <a:srgbClr val="AFC4DA"/>
                  </a:solidFill>
                  <a:latin typeface="Calibri" pitchFamily="34" charset="0"/>
                  <a:ea typeface="Calibri" pitchFamily="34" charset="-122"/>
                  <a:cs typeface="Calibri" pitchFamily="34" charset="-120"/>
                </a:rPr>
                <a:t>this is distinct from Q2 — it tests size vs. overspend within a model, not whether the treatment effect itself varies by size.</a:t>
              </a:r>
              <a:endParaRPr lang="en-US" sz="1400" dirty="0"/>
            </a:p>
          </p:txBody>
        </p:sp>
      </p:grpSp>
      <p:sp>
        <p:nvSpPr>
          <p:cNvPr id="16" name="Text 13"/>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17" name="Text 14"/>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923544" cy="274320"/>
          </a:xfrm>
          <a:prstGeom prst="roundRect">
            <a:avLst>
              <a:gd name="adj" fmla="val 20000"/>
            </a:avLst>
          </a:prstGeom>
          <a:solidFill>
            <a:srgbClr val="0F2A47"/>
          </a:solidFill>
          <a:ln/>
        </p:spPr>
        <p:txBody>
          <a:bodyPr/>
          <a:lstStyle/>
          <a:p>
            <a:endParaRPr lang="en-IN"/>
          </a:p>
        </p:txBody>
      </p:sp>
      <p:sp>
        <p:nvSpPr>
          <p:cNvPr id="3" name="Text 1"/>
          <p:cNvSpPr/>
          <p:nvPr/>
        </p:nvSpPr>
        <p:spPr>
          <a:xfrm>
            <a:off x="548640" y="448056"/>
            <a:ext cx="923544"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 8</a:t>
            </a:r>
            <a:endParaRPr lang="en-US" sz="110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Treatment campaigns spend closer to — not past — their budget</a:t>
            </a:r>
            <a:endParaRPr lang="en-US" sz="3000" dirty="0"/>
          </a:p>
        </p:txBody>
      </p:sp>
      <p:sp>
        <p:nvSpPr>
          <p:cNvPr id="5" name="Text 3"/>
          <p:cNvSpPr/>
          <p:nvPr/>
        </p:nvSpPr>
        <p:spPr>
          <a:xfrm>
            <a:off x="548640" y="1742380"/>
            <a:ext cx="1078992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"Is there a significant difference in the percentage of budget spent between groups?"</a:t>
            </a:r>
            <a:endParaRPr lang="en-US" sz="1400" dirty="0"/>
          </a:p>
        </p:txBody>
      </p:sp>
      <p:grpSp>
        <p:nvGrpSpPr>
          <p:cNvPr id="18" name="Group 17">
            <a:extLst>
              <a:ext uri="{FF2B5EF4-FFF2-40B4-BE49-F238E27FC236}">
                <a16:creationId xmlns:a16="http://schemas.microsoft.com/office/drawing/2014/main" id="{FA030182-6230-F987-4F57-27D8797446DE}"/>
              </a:ext>
            </a:extLst>
          </p:cNvPr>
          <p:cNvGrpSpPr/>
          <p:nvPr/>
        </p:nvGrpSpPr>
        <p:grpSpPr>
          <a:xfrm>
            <a:off x="548640" y="2223247"/>
            <a:ext cx="11064240" cy="3962399"/>
            <a:chOff x="548640" y="2223247"/>
            <a:chExt cx="11064240" cy="3962399"/>
          </a:xfrm>
        </p:grpSpPr>
        <p:grpSp>
          <p:nvGrpSpPr>
            <p:cNvPr id="17" name="Group 16">
              <a:extLst>
                <a:ext uri="{FF2B5EF4-FFF2-40B4-BE49-F238E27FC236}">
                  <a16:creationId xmlns:a16="http://schemas.microsoft.com/office/drawing/2014/main" id="{C26E161B-D181-981E-77BA-D2683187977C}"/>
                </a:ext>
              </a:extLst>
            </p:cNvPr>
            <p:cNvGrpSpPr/>
            <p:nvPr/>
          </p:nvGrpSpPr>
          <p:grpSpPr>
            <a:xfrm>
              <a:off x="548640" y="2223247"/>
              <a:ext cx="5394960" cy="3962399"/>
              <a:chOff x="548640" y="2223247"/>
              <a:chExt cx="5394960" cy="3962399"/>
            </a:xfrm>
          </p:grpSpPr>
          <p:sp>
            <p:nvSpPr>
              <p:cNvPr id="6" name="Shape 4"/>
              <p:cNvSpPr/>
              <p:nvPr/>
            </p:nvSpPr>
            <p:spPr>
              <a:xfrm>
                <a:off x="548640" y="2223247"/>
                <a:ext cx="5394960" cy="3962399"/>
              </a:xfrm>
              <a:prstGeom prst="roundRect">
                <a:avLst>
                  <a:gd name="adj" fmla="val 209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graphicFrame>
            <p:nvGraphicFramePr>
              <p:cNvPr id="7" name="Chart 0"/>
              <p:cNvGraphicFramePr/>
              <p:nvPr>
                <p:extLst>
                  <p:ext uri="{D42A27DB-BD31-4B8C-83A1-F6EECF244321}">
                    <p14:modId xmlns:p14="http://schemas.microsoft.com/office/powerpoint/2010/main" val="1023506092"/>
                  </p:ext>
                </p:extLst>
              </p:nvPr>
            </p:nvGraphicFramePr>
            <p:xfrm>
              <a:off x="868680" y="2377440"/>
              <a:ext cx="47548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868680" y="5715000"/>
                <a:ext cx="4754880" cy="27432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100% = full budget spent, no overspend, no underspend</a:t>
                </a:r>
                <a:endParaRPr lang="en-US" sz="1400" dirty="0"/>
              </a:p>
            </p:txBody>
          </p:sp>
        </p:grpSp>
        <p:sp>
          <p:nvSpPr>
            <p:cNvPr id="9" name="Shape 6"/>
            <p:cNvSpPr/>
            <p:nvPr/>
          </p:nvSpPr>
          <p:spPr>
            <a:xfrm>
              <a:off x="6172200" y="2223247"/>
              <a:ext cx="5440680" cy="3962399"/>
            </a:xfrm>
            <a:prstGeom prst="roundRect">
              <a:avLst>
                <a:gd name="adj" fmla="val 2093"/>
              </a:avLst>
            </a:prstGeom>
            <a:solidFill>
              <a:schemeClr val="accent5">
                <a:lumMod val="50000"/>
              </a:schemeClr>
            </a:solidFill>
            <a:ln w="12700">
              <a:solidFill>
                <a:srgbClr val="0F2A47"/>
              </a:solidFill>
              <a:prstDash val="solid"/>
            </a:ln>
            <a:effectLst>
              <a:outerShdw blurRad="101600" dist="25400" dir="5400000" algn="bl" rotWithShape="0">
                <a:srgbClr val="1B2735">
                  <a:alpha val="10000"/>
                </a:srgbClr>
              </a:outerShdw>
            </a:effectLst>
          </p:spPr>
          <p:txBody>
            <a:bodyPr/>
            <a:lstStyle/>
            <a:p>
              <a:endParaRPr lang="en-IN"/>
            </a:p>
          </p:txBody>
        </p:sp>
        <p:sp>
          <p:nvSpPr>
            <p:cNvPr id="10" name="Text 7"/>
            <p:cNvSpPr/>
            <p:nvPr/>
          </p:nvSpPr>
          <p:spPr>
            <a:xfrm>
              <a:off x="6492240" y="2423160"/>
              <a:ext cx="4846320" cy="822960"/>
            </a:xfrm>
            <a:prstGeom prst="rect">
              <a:avLst/>
            </a:prstGeom>
            <a:noFill/>
            <a:ln/>
          </p:spPr>
          <p:txBody>
            <a:bodyPr wrap="square" rtlCol="0" anchor="ctr"/>
            <a:lstStyle/>
            <a:p>
              <a:pPr marL="0" indent="0" algn="l">
                <a:buNone/>
              </a:pPr>
              <a:r>
                <a:rPr lang="en-US" sz="3400" b="1" dirty="0">
                  <a:solidFill>
                    <a:schemeClr val="bg2">
                      <a:lumMod val="90000"/>
                    </a:schemeClr>
                  </a:solidFill>
                  <a:latin typeface="Cambria" pitchFamily="34" charset="0"/>
                  <a:ea typeface="Cambria" pitchFamily="34" charset="-122"/>
                  <a:cs typeface="Cambria" pitchFamily="34" charset="-120"/>
                </a:rPr>
                <a:t>125.3%</a:t>
              </a:r>
              <a:r>
                <a:rPr lang="en-US" sz="2200" dirty="0">
                  <a:solidFill>
                    <a:schemeClr val="bg2">
                      <a:lumMod val="90000"/>
                    </a:schemeClr>
                  </a:solidFill>
                  <a:latin typeface="Cambria" pitchFamily="34" charset="0"/>
                  <a:ea typeface="Cambria" pitchFamily="34" charset="-122"/>
                  <a:cs typeface="Cambria" pitchFamily="34" charset="-120"/>
                </a:rPr>
                <a:t>  →</a:t>
              </a:r>
              <a:r>
                <a:rPr lang="en-US" sz="2200" dirty="0">
                  <a:solidFill>
                    <a:srgbClr val="5B7897"/>
                  </a:solidFill>
                  <a:latin typeface="Cambria" pitchFamily="34" charset="0"/>
                  <a:ea typeface="Cambria" pitchFamily="34" charset="-122"/>
                  <a:cs typeface="Cambria" pitchFamily="34" charset="-120"/>
                </a:rPr>
                <a:t>  </a:t>
              </a:r>
              <a:r>
                <a:rPr lang="en-US" sz="3400" b="1" dirty="0">
                  <a:solidFill>
                    <a:srgbClr val="4FD1FF"/>
                  </a:solidFill>
                  <a:latin typeface="Cambria" pitchFamily="34" charset="0"/>
                  <a:ea typeface="Cambria" pitchFamily="34" charset="-122"/>
                  <a:cs typeface="Cambria" pitchFamily="34" charset="-120"/>
                </a:rPr>
                <a:t>117.6%</a:t>
              </a:r>
              <a:endParaRPr lang="en-US" sz="3400" dirty="0">
                <a:solidFill>
                  <a:srgbClr val="4FD1FF"/>
                </a:solidFill>
              </a:endParaRPr>
            </a:p>
          </p:txBody>
        </p:sp>
        <p:sp>
          <p:nvSpPr>
            <p:cNvPr id="11" name="Text 8"/>
            <p:cNvSpPr/>
            <p:nvPr/>
          </p:nvSpPr>
          <p:spPr>
            <a:xfrm>
              <a:off x="6492240" y="3200400"/>
              <a:ext cx="4846320" cy="320040"/>
            </a:xfrm>
            <a:prstGeom prst="rect">
              <a:avLst/>
            </a:prstGeom>
            <a:noFill/>
            <a:ln/>
          </p:spPr>
          <p:txBody>
            <a:bodyPr wrap="square" rtlCol="0" anchor="ctr"/>
            <a:lstStyle/>
            <a:p>
              <a:pPr marL="0" indent="0">
                <a:buNone/>
              </a:pPr>
              <a:r>
                <a:rPr lang="en-US" sz="1600" dirty="0">
                  <a:solidFill>
                    <a:srgbClr val="AFC4DA"/>
                  </a:solidFill>
                  <a:latin typeface="Calibri" pitchFamily="34" charset="0"/>
                  <a:ea typeface="Calibri" pitchFamily="34" charset="-122"/>
                  <a:cs typeface="Calibri" pitchFamily="34" charset="-120"/>
                </a:rPr>
                <a:t>average share of budget spent</a:t>
              </a:r>
              <a:endParaRPr lang="en-US" sz="1600" dirty="0"/>
            </a:p>
          </p:txBody>
        </p:sp>
        <p:sp>
          <p:nvSpPr>
            <p:cNvPr id="12" name="Shape 9"/>
            <p:cNvSpPr/>
            <p:nvPr/>
          </p:nvSpPr>
          <p:spPr>
            <a:xfrm>
              <a:off x="6522415" y="3703320"/>
              <a:ext cx="4846320" cy="0"/>
            </a:xfrm>
            <a:prstGeom prst="line">
              <a:avLst/>
            </a:prstGeom>
            <a:noFill/>
            <a:ln w="12700">
              <a:solidFill>
                <a:srgbClr val="2E4E70"/>
              </a:solidFill>
              <a:prstDash val="solid"/>
            </a:ln>
          </p:spPr>
          <p:txBody>
            <a:bodyPr/>
            <a:lstStyle/>
            <a:p>
              <a:endParaRPr lang="en-IN"/>
            </a:p>
          </p:txBody>
        </p:sp>
        <p:sp>
          <p:nvSpPr>
            <p:cNvPr id="13" name="Text 10"/>
            <p:cNvSpPr/>
            <p:nvPr/>
          </p:nvSpPr>
          <p:spPr>
            <a:xfrm>
              <a:off x="6492240" y="3886200"/>
              <a:ext cx="4846320" cy="777240"/>
            </a:xfrm>
            <a:prstGeom prst="rect">
              <a:avLst/>
            </a:prstGeom>
            <a:noFill/>
            <a:ln/>
          </p:spPr>
          <p:txBody>
            <a:bodyPr wrap="square" rtlCol="0" anchor="ctr"/>
            <a:lstStyle/>
            <a:p>
              <a:pPr marL="0" indent="0">
                <a:lnSpc>
                  <a:spcPts val="2200"/>
                </a:lnSpc>
                <a:buNone/>
              </a:pPr>
              <a:r>
                <a:rPr lang="en-US" sz="1400" b="1" dirty="0">
                  <a:solidFill>
                    <a:srgbClr val="FFFFFF"/>
                  </a:solidFill>
                  <a:latin typeface="Calibri" pitchFamily="34" charset="0"/>
                  <a:ea typeface="Calibri" pitchFamily="34" charset="-122"/>
                  <a:cs typeface="Calibri" pitchFamily="34" charset="-120"/>
                </a:rPr>
                <a:t>Mann-Whitney U: </a:t>
              </a:r>
              <a:r>
                <a:rPr lang="en-US" sz="1400" dirty="0">
                  <a:solidFill>
                    <a:srgbClr val="D7E4F0"/>
                  </a:solidFill>
                  <a:latin typeface="Calibri" pitchFamily="34" charset="0"/>
                  <a:ea typeface="Calibri" pitchFamily="34" charset="-122"/>
                  <a:cs typeface="Calibri" pitchFamily="34" charset="-120"/>
                </a:rPr>
                <a:t>p &lt; 0.001
</a:t>
              </a:r>
              <a:endParaRPr lang="en-US" sz="1400" dirty="0"/>
            </a:p>
            <a:p>
              <a:pPr marL="0" indent="0">
                <a:lnSpc>
                  <a:spcPts val="2200"/>
                </a:lnSpc>
                <a:buNone/>
              </a:pPr>
              <a:r>
                <a:rPr lang="en-US" sz="1400" b="1" dirty="0">
                  <a:solidFill>
                    <a:srgbClr val="FFFFFF"/>
                  </a:solidFill>
                  <a:latin typeface="Calibri" pitchFamily="34" charset="0"/>
                  <a:ea typeface="Calibri" pitchFamily="34" charset="-122"/>
                  <a:cs typeface="Calibri" pitchFamily="34" charset="-120"/>
                </a:rPr>
                <a:t>Welch t-test (log-ratio): </a:t>
              </a:r>
              <a:r>
                <a:rPr lang="en-US" sz="1400" dirty="0">
                  <a:solidFill>
                    <a:srgbClr val="D7E4F0"/>
                  </a:solidFill>
                  <a:latin typeface="Calibri" pitchFamily="34" charset="0"/>
                  <a:ea typeface="Calibri" pitchFamily="34" charset="-122"/>
                  <a:cs typeface="Calibri" pitchFamily="34" charset="-120"/>
                </a:rPr>
                <a:t>p &lt; 0.001</a:t>
              </a:r>
              <a:endParaRPr lang="en-US" sz="1400" dirty="0"/>
            </a:p>
          </p:txBody>
        </p:sp>
        <p:sp>
          <p:nvSpPr>
            <p:cNvPr id="14" name="Text 11"/>
            <p:cNvSpPr/>
            <p:nvPr/>
          </p:nvSpPr>
          <p:spPr>
            <a:xfrm>
              <a:off x="6492240" y="4846320"/>
              <a:ext cx="4846320" cy="1005840"/>
            </a:xfrm>
            <a:prstGeom prst="rect">
              <a:avLst/>
            </a:prstGeom>
            <a:noFill/>
            <a:ln/>
          </p:spPr>
          <p:txBody>
            <a:bodyPr wrap="square" rtlCol="0" anchor="ctr"/>
            <a:lstStyle/>
            <a:p>
              <a:pPr marL="0" indent="0">
                <a:lnSpc>
                  <a:spcPts val="1700"/>
                </a:lnSpc>
                <a:buNone/>
              </a:pPr>
              <a:r>
                <a:rPr lang="en-US" sz="1600" i="1" dirty="0">
                  <a:solidFill>
                    <a:srgbClr val="AFC4DA"/>
                  </a:solidFill>
                  <a:latin typeface="Calibri" pitchFamily="34" charset="0"/>
                  <a:ea typeface="Calibri" pitchFamily="34" charset="-122"/>
                  <a:cs typeface="Calibri" pitchFamily="34" charset="-120"/>
                </a:rPr>
                <a:t>Both robust and parametric tests agree — the median matters most here since a small budget can create an extreme ratio for a single campaign.</a:t>
              </a:r>
              <a:endParaRPr lang="en-US" sz="1600" dirty="0"/>
            </a:p>
          </p:txBody>
        </p:sp>
      </p:grpSp>
      <p:sp>
        <p:nvSpPr>
          <p:cNvPr id="15" name="Text 12"/>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16" name="Text 13"/>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1001268" cy="274320"/>
          </a:xfrm>
          <a:prstGeom prst="roundRect">
            <a:avLst>
              <a:gd name="adj" fmla="val 20000"/>
            </a:avLst>
          </a:prstGeom>
          <a:solidFill>
            <a:srgbClr val="F5A524"/>
          </a:solidFill>
          <a:ln/>
        </p:spPr>
        <p:txBody>
          <a:bodyPr/>
          <a:lstStyle/>
          <a:p>
            <a:endParaRPr lang="en-IN"/>
          </a:p>
        </p:txBody>
      </p:sp>
      <p:sp>
        <p:nvSpPr>
          <p:cNvPr id="3" name="Text 1"/>
          <p:cNvSpPr/>
          <p:nvPr/>
        </p:nvSpPr>
        <p:spPr>
          <a:xfrm>
            <a:off x="548640" y="448056"/>
            <a:ext cx="100126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 10</a:t>
            </a:r>
            <a:endParaRPr lang="en-US" sz="1100" dirty="0"/>
          </a:p>
        </p:txBody>
      </p:sp>
      <p:sp>
        <p:nvSpPr>
          <p:cNvPr id="4" name="Text 2"/>
          <p:cNvSpPr/>
          <p:nvPr/>
        </p:nvSpPr>
        <p:spPr>
          <a:xfrm>
            <a:off x="548640" y="896112"/>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A striking variance gap that doesn't quite clear significance</a:t>
            </a:r>
            <a:endParaRPr lang="en-US" sz="3000" dirty="0"/>
          </a:p>
        </p:txBody>
      </p:sp>
      <p:sp>
        <p:nvSpPr>
          <p:cNvPr id="5" name="Text 3"/>
          <p:cNvSpPr/>
          <p:nvPr/>
        </p:nvSpPr>
        <p:spPr>
          <a:xfrm>
            <a:off x="548640" y="1609344"/>
            <a:ext cx="1106424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"Is the variance in campaign spend significantly different between control and treatment?"</a:t>
            </a:r>
            <a:endParaRPr lang="en-US" sz="1400" dirty="0"/>
          </a:p>
        </p:txBody>
      </p:sp>
      <p:sp>
        <p:nvSpPr>
          <p:cNvPr id="8" name="Text 5"/>
          <p:cNvSpPr/>
          <p:nvPr/>
        </p:nvSpPr>
        <p:spPr>
          <a:xfrm>
            <a:off x="777240" y="5696712"/>
            <a:ext cx="4663440" cy="274320"/>
          </a:xfrm>
          <a:prstGeom prst="rect">
            <a:avLst/>
          </a:prstGeom>
          <a:noFill/>
          <a:ln/>
        </p:spPr>
        <p:txBody>
          <a:bodyPr wrap="square" rtlCol="0" anchor="ctr"/>
          <a:lstStyle/>
          <a:p>
            <a:pPr marL="0" indent="0" algn="ctr">
              <a:buNone/>
            </a:pPr>
            <a:r>
              <a:rPr lang="en-US" sz="1200" i="1" dirty="0">
                <a:solidFill>
                  <a:srgbClr val="5B6B7C"/>
                </a:solidFill>
                <a:latin typeface="Calibri" pitchFamily="34" charset="0"/>
                <a:ea typeface="Calibri" pitchFamily="34" charset="-122"/>
                <a:cs typeface="Calibri" pitchFamily="34" charset="-120"/>
              </a:rPr>
              <a:t>log(1+spend) distribution &amp; spread by group</a:t>
            </a:r>
            <a:endParaRPr lang="en-US" sz="1200" dirty="0"/>
          </a:p>
        </p:txBody>
      </p:sp>
      <p:sp>
        <p:nvSpPr>
          <p:cNvPr id="12" name="Shape 9"/>
          <p:cNvSpPr/>
          <p:nvPr/>
        </p:nvSpPr>
        <p:spPr>
          <a:xfrm>
            <a:off x="8686800" y="2331720"/>
            <a:ext cx="0" cy="1280160"/>
          </a:xfrm>
          <a:prstGeom prst="line">
            <a:avLst/>
          </a:prstGeom>
          <a:noFill/>
          <a:ln w="12700">
            <a:solidFill>
              <a:srgbClr val="2E4E70"/>
            </a:solidFill>
            <a:prstDash val="solid"/>
          </a:ln>
        </p:spPr>
        <p:txBody>
          <a:bodyPr/>
          <a:lstStyle/>
          <a:p>
            <a:endParaRPr lang="en-IN"/>
          </a:p>
        </p:txBody>
      </p:sp>
      <p:grpSp>
        <p:nvGrpSpPr>
          <p:cNvPr id="22" name="Group 21">
            <a:extLst>
              <a:ext uri="{FF2B5EF4-FFF2-40B4-BE49-F238E27FC236}">
                <a16:creationId xmlns:a16="http://schemas.microsoft.com/office/drawing/2014/main" id="{2B9025EA-54B9-6CFC-36A6-EC0E3784B82C}"/>
              </a:ext>
            </a:extLst>
          </p:cNvPr>
          <p:cNvGrpSpPr/>
          <p:nvPr/>
        </p:nvGrpSpPr>
        <p:grpSpPr>
          <a:xfrm>
            <a:off x="548640" y="2176272"/>
            <a:ext cx="11064240" cy="3931920"/>
            <a:chOff x="548640" y="2176272"/>
            <a:chExt cx="11064240" cy="3931920"/>
          </a:xfrm>
        </p:grpSpPr>
        <p:grpSp>
          <p:nvGrpSpPr>
            <p:cNvPr id="21" name="Group 20">
              <a:extLst>
                <a:ext uri="{FF2B5EF4-FFF2-40B4-BE49-F238E27FC236}">
                  <a16:creationId xmlns:a16="http://schemas.microsoft.com/office/drawing/2014/main" id="{ED6084DE-A0EF-A084-4171-159A146E1CA7}"/>
                </a:ext>
              </a:extLst>
            </p:cNvPr>
            <p:cNvGrpSpPr/>
            <p:nvPr/>
          </p:nvGrpSpPr>
          <p:grpSpPr>
            <a:xfrm>
              <a:off x="548640" y="2176272"/>
              <a:ext cx="5120640" cy="3931920"/>
              <a:chOff x="548640" y="2176272"/>
              <a:chExt cx="5120640" cy="3931920"/>
            </a:xfrm>
          </p:grpSpPr>
          <p:sp>
            <p:nvSpPr>
              <p:cNvPr id="6" name="Shape 4"/>
              <p:cNvSpPr/>
              <p:nvPr/>
            </p:nvSpPr>
            <p:spPr>
              <a:xfrm>
                <a:off x="548640" y="2176272"/>
                <a:ext cx="5120640" cy="3931920"/>
              </a:xfrm>
              <a:prstGeom prst="roundRect">
                <a:avLst>
                  <a:gd name="adj" fmla="val 2093"/>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pic>
            <p:nvPicPr>
              <p:cNvPr id="7" name="Image 0" descr="report_assets/fig10_q10_violin.png"/>
              <p:cNvPicPr>
                <a:picLocks noChangeAspect="1"/>
              </p:cNvPicPr>
              <p:nvPr/>
            </p:nvPicPr>
            <p:blipFill>
              <a:blip r:embed="rId3"/>
              <a:stretch>
                <a:fillRect/>
              </a:stretch>
            </p:blipFill>
            <p:spPr>
              <a:xfrm>
                <a:off x="777240" y="2331719"/>
                <a:ext cx="4693919" cy="3514603"/>
              </a:xfrm>
              <a:prstGeom prst="rect">
                <a:avLst/>
              </a:prstGeom>
            </p:spPr>
          </p:pic>
        </p:grpSp>
        <p:sp>
          <p:nvSpPr>
            <p:cNvPr id="9" name="Shape 6"/>
            <p:cNvSpPr/>
            <p:nvPr/>
          </p:nvSpPr>
          <p:spPr>
            <a:xfrm>
              <a:off x="5897880" y="2176272"/>
              <a:ext cx="5715000" cy="1645920"/>
            </a:xfrm>
            <a:prstGeom prst="roundRect">
              <a:avLst>
                <a:gd name="adj" fmla="val 5000"/>
              </a:avLst>
            </a:prstGeom>
            <a:solidFill>
              <a:schemeClr val="accent5">
                <a:lumMod val="50000"/>
              </a:schemeClr>
            </a:solidFill>
            <a:ln w="12700">
              <a:solidFill>
                <a:srgbClr val="0F2A47"/>
              </a:solidFill>
              <a:prstDash val="solid"/>
            </a:ln>
            <a:effectLst>
              <a:outerShdw blurRad="101600" dist="25400" dir="5400000" algn="bl" rotWithShape="0">
                <a:srgbClr val="1B2735">
                  <a:alpha val="10000"/>
                </a:srgbClr>
              </a:outerShdw>
            </a:effectLst>
          </p:spPr>
          <p:txBody>
            <a:bodyPr/>
            <a:lstStyle/>
            <a:p>
              <a:endParaRPr lang="en-IN"/>
            </a:p>
          </p:txBody>
        </p:sp>
        <p:sp>
          <p:nvSpPr>
            <p:cNvPr id="10" name="Text 7"/>
            <p:cNvSpPr/>
            <p:nvPr/>
          </p:nvSpPr>
          <p:spPr>
            <a:xfrm>
              <a:off x="6217920" y="2286000"/>
              <a:ext cx="2286000" cy="777240"/>
            </a:xfrm>
            <a:prstGeom prst="rect">
              <a:avLst/>
            </a:prstGeom>
            <a:noFill/>
            <a:ln/>
          </p:spPr>
          <p:txBody>
            <a:bodyPr wrap="square" rtlCol="0" anchor="ctr"/>
            <a:lstStyle/>
            <a:p>
              <a:pPr marL="0" indent="0">
                <a:buNone/>
              </a:pPr>
              <a:r>
                <a:rPr lang="en-US" sz="3800" b="1" dirty="0">
                  <a:solidFill>
                    <a:srgbClr val="F5A524"/>
                  </a:solidFill>
                  <a:latin typeface="Cambria" pitchFamily="34" charset="0"/>
                  <a:ea typeface="Cambria" pitchFamily="34" charset="-122"/>
                  <a:cs typeface="Cambria" pitchFamily="34" charset="-120"/>
                </a:rPr>
                <a:t>6.33×</a:t>
              </a:r>
              <a:endParaRPr lang="en-US" sz="3800" dirty="0"/>
            </a:p>
          </p:txBody>
        </p:sp>
        <p:sp>
          <p:nvSpPr>
            <p:cNvPr id="11" name="Text 8"/>
            <p:cNvSpPr/>
            <p:nvPr/>
          </p:nvSpPr>
          <p:spPr>
            <a:xfrm>
              <a:off x="6217920" y="3063240"/>
              <a:ext cx="2377440" cy="594360"/>
            </a:xfrm>
            <a:prstGeom prst="rect">
              <a:avLst/>
            </a:prstGeom>
            <a:noFill/>
            <a:ln/>
          </p:spPr>
          <p:txBody>
            <a:bodyPr wrap="square" rtlCol="0" anchor="ctr"/>
            <a:lstStyle/>
            <a:p>
              <a:pPr marL="0" indent="0">
                <a:lnSpc>
                  <a:spcPts val="1500"/>
                </a:lnSpc>
                <a:buNone/>
              </a:pPr>
              <a:r>
                <a:rPr lang="en-US" sz="1400" dirty="0">
                  <a:solidFill>
                    <a:srgbClr val="D7E4F0"/>
                  </a:solidFill>
                  <a:latin typeface="Calibri" pitchFamily="34" charset="0"/>
                  <a:ea typeface="Calibri" pitchFamily="34" charset="-122"/>
                  <a:cs typeface="Calibri" pitchFamily="34" charset="-120"/>
                </a:rPr>
                <a:t>higher raw variance</a:t>
              </a:r>
              <a:endParaRPr lang="en-US" sz="1400" dirty="0"/>
            </a:p>
            <a:p>
              <a:pPr marL="0" indent="0">
                <a:lnSpc>
                  <a:spcPts val="1500"/>
                </a:lnSpc>
                <a:buNone/>
              </a:pPr>
              <a:r>
                <a:rPr lang="en-US" sz="1400" dirty="0">
                  <a:solidFill>
                    <a:srgbClr val="D7E4F0"/>
                  </a:solidFill>
                  <a:latin typeface="Calibri" pitchFamily="34" charset="0"/>
                  <a:ea typeface="Calibri" pitchFamily="34" charset="-122"/>
                  <a:cs typeface="Calibri" pitchFamily="34" charset="-120"/>
                </a:rPr>
                <a:t>in treatment</a:t>
              </a:r>
              <a:endParaRPr lang="en-US" sz="1400" dirty="0"/>
            </a:p>
          </p:txBody>
        </p:sp>
        <p:sp>
          <p:nvSpPr>
            <p:cNvPr id="13" name="Text 10"/>
            <p:cNvSpPr/>
            <p:nvPr/>
          </p:nvSpPr>
          <p:spPr>
            <a:xfrm>
              <a:off x="8915400" y="2377440"/>
              <a:ext cx="2468880" cy="1188720"/>
            </a:xfrm>
            <a:prstGeom prst="rect">
              <a:avLst/>
            </a:prstGeom>
            <a:noFill/>
            <a:ln/>
          </p:spPr>
          <p:txBody>
            <a:bodyPr wrap="square" rtlCol="0" anchor="ctr"/>
            <a:lstStyle/>
            <a:p>
              <a:pPr marL="0" indent="0">
                <a:lnSpc>
                  <a:spcPts val="2000"/>
                </a:lnSpc>
                <a:buNone/>
              </a:pPr>
              <a:r>
                <a:rPr lang="en-US" sz="1600" b="1" dirty="0">
                  <a:solidFill>
                    <a:srgbClr val="FFFFFF"/>
                  </a:solidFill>
                  <a:latin typeface="Calibri" pitchFamily="34" charset="0"/>
                  <a:ea typeface="Calibri" pitchFamily="34" charset="-122"/>
                  <a:cs typeface="Calibri" pitchFamily="34" charset="-120"/>
                </a:rPr>
                <a:t>Levene's test</a:t>
              </a:r>
              <a:r>
                <a:rPr lang="en-US" sz="1400" b="1" dirty="0">
                  <a:solidFill>
                    <a:srgbClr val="FFFFFF"/>
                  </a:solidFill>
                  <a:latin typeface="Calibri" pitchFamily="34" charset="0"/>
                  <a:ea typeface="Calibri" pitchFamily="34" charset="-122"/>
                  <a:cs typeface="Calibri" pitchFamily="34" charset="-120"/>
                </a:rPr>
                <a:t>
</a:t>
              </a:r>
              <a:r>
                <a:rPr lang="en-US" sz="1400" dirty="0">
                  <a:solidFill>
                    <a:srgbClr val="AFC4DA"/>
                  </a:solidFill>
                  <a:latin typeface="Calibri" pitchFamily="34" charset="0"/>
                  <a:ea typeface="Calibri" pitchFamily="34" charset="-122"/>
                  <a:cs typeface="Calibri" pitchFamily="34" charset="-120"/>
                </a:rPr>
                <a:t>stat = 3.33</a:t>
              </a:r>
              <a:endParaRPr lang="en-US" sz="1400" dirty="0"/>
            </a:p>
            <a:p>
              <a:pPr marL="0" indent="0">
                <a:lnSpc>
                  <a:spcPts val="2000"/>
                </a:lnSpc>
                <a:buNone/>
              </a:pPr>
              <a:r>
                <a:rPr lang="en-US" sz="1400" dirty="0">
                  <a:solidFill>
                    <a:srgbClr val="AFC4DA"/>
                  </a:solidFill>
                  <a:latin typeface="Calibri" pitchFamily="34" charset="0"/>
                  <a:ea typeface="Calibri" pitchFamily="34" charset="-122"/>
                  <a:cs typeface="Calibri" pitchFamily="34" charset="-120"/>
                </a:rPr>
                <a:t>p = 0.068</a:t>
              </a:r>
              <a:endParaRPr lang="en-US" sz="1400" dirty="0"/>
            </a:p>
          </p:txBody>
        </p:sp>
      </p:grpSp>
      <p:sp>
        <p:nvSpPr>
          <p:cNvPr id="15" name="Shape 12"/>
          <p:cNvSpPr/>
          <p:nvPr/>
        </p:nvSpPr>
        <p:spPr>
          <a:xfrm>
            <a:off x="6217920" y="4206240"/>
            <a:ext cx="548640" cy="548640"/>
          </a:xfrm>
          <a:prstGeom prst="ellipse">
            <a:avLst/>
          </a:prstGeom>
          <a:solidFill>
            <a:srgbClr val="FFFFFF"/>
          </a:solidFill>
          <a:ln/>
        </p:spPr>
        <p:txBody>
          <a:bodyPr/>
          <a:lstStyle/>
          <a:p>
            <a:endParaRPr lang="en-IN"/>
          </a:p>
        </p:txBody>
      </p:sp>
      <p:grpSp>
        <p:nvGrpSpPr>
          <p:cNvPr id="23" name="Group 22">
            <a:extLst>
              <a:ext uri="{FF2B5EF4-FFF2-40B4-BE49-F238E27FC236}">
                <a16:creationId xmlns:a16="http://schemas.microsoft.com/office/drawing/2014/main" id="{6032DD81-17A7-34AA-4230-EE56ECEE0D9C}"/>
              </a:ext>
            </a:extLst>
          </p:cNvPr>
          <p:cNvGrpSpPr/>
          <p:nvPr/>
        </p:nvGrpSpPr>
        <p:grpSpPr>
          <a:xfrm>
            <a:off x="5897880" y="4005072"/>
            <a:ext cx="5715000" cy="2103120"/>
            <a:chOff x="5897880" y="4005072"/>
            <a:chExt cx="5715000" cy="2103120"/>
          </a:xfrm>
        </p:grpSpPr>
        <p:sp>
          <p:nvSpPr>
            <p:cNvPr id="14" name="Shape 11"/>
            <p:cNvSpPr/>
            <p:nvPr/>
          </p:nvSpPr>
          <p:spPr>
            <a:xfrm>
              <a:off x="5897880" y="4005072"/>
              <a:ext cx="5715000" cy="2103120"/>
            </a:xfrm>
            <a:prstGeom prst="roundRect">
              <a:avLst>
                <a:gd name="adj" fmla="val 3913"/>
              </a:avLst>
            </a:prstGeom>
            <a:solidFill>
              <a:srgbClr val="FFF7ED"/>
            </a:solidFill>
            <a:ln w="12700">
              <a:solidFill>
                <a:srgbClr val="FBE0C4"/>
              </a:solidFill>
              <a:prstDash val="solid"/>
            </a:ln>
            <a:effectLst>
              <a:outerShdw blurRad="101600" dist="25400" dir="5400000" algn="bl" rotWithShape="0">
                <a:srgbClr val="1B2735">
                  <a:alpha val="10000"/>
                </a:srgbClr>
              </a:outerShdw>
            </a:effectLst>
          </p:spPr>
          <p:txBody>
            <a:bodyPr/>
            <a:lstStyle/>
            <a:p>
              <a:endParaRPr lang="en-IN"/>
            </a:p>
          </p:txBody>
        </p:sp>
        <p:pic>
          <p:nvPicPr>
            <p:cNvPr id="16" name="Image 1" descr="report_assets/icon_alert_F97142.png"/>
            <p:cNvPicPr>
              <a:picLocks noChangeAspect="1"/>
            </p:cNvPicPr>
            <p:nvPr/>
          </p:nvPicPr>
          <p:blipFill>
            <a:blip r:embed="rId4"/>
            <a:stretch>
              <a:fillRect/>
            </a:stretch>
          </p:blipFill>
          <p:spPr>
            <a:xfrm>
              <a:off x="6341364" y="4329684"/>
              <a:ext cx="301752" cy="301752"/>
            </a:xfrm>
            <a:prstGeom prst="rect">
              <a:avLst/>
            </a:prstGeom>
          </p:spPr>
        </p:pic>
        <p:sp>
          <p:nvSpPr>
            <p:cNvPr id="17" name="Text 13"/>
            <p:cNvSpPr/>
            <p:nvPr/>
          </p:nvSpPr>
          <p:spPr>
            <a:xfrm>
              <a:off x="6949440" y="4224528"/>
              <a:ext cx="4389120" cy="457200"/>
            </a:xfrm>
            <a:prstGeom prst="rect">
              <a:avLst/>
            </a:prstGeom>
            <a:noFill/>
            <a:ln/>
          </p:spPr>
          <p:txBody>
            <a:bodyPr wrap="square" rtlCol="0" anchor="ctr"/>
            <a:lstStyle/>
            <a:p>
              <a:pPr marL="0" indent="0">
                <a:buNone/>
              </a:pPr>
              <a:r>
                <a:rPr lang="en-US" b="1" dirty="0">
                  <a:solidFill>
                    <a:srgbClr val="1B2735"/>
                  </a:solidFill>
                  <a:latin typeface="Cambria" pitchFamily="34" charset="0"/>
                  <a:ea typeface="Cambria" pitchFamily="34" charset="-122"/>
                  <a:cs typeface="Cambria" pitchFamily="34" charset="-120"/>
                </a:rPr>
                <a:t>Not significant at the 5% level</a:t>
              </a:r>
              <a:endParaRPr lang="en-US" dirty="0"/>
            </a:p>
          </p:txBody>
        </p:sp>
        <p:sp>
          <p:nvSpPr>
            <p:cNvPr id="18" name="Text 14"/>
            <p:cNvSpPr/>
            <p:nvPr/>
          </p:nvSpPr>
          <p:spPr>
            <a:xfrm>
              <a:off x="6217920" y="4754880"/>
              <a:ext cx="5120640" cy="1188720"/>
            </a:xfrm>
            <a:prstGeom prst="rect">
              <a:avLst/>
            </a:prstGeom>
            <a:noFill/>
            <a:ln/>
          </p:spPr>
          <p:txBody>
            <a:bodyPr wrap="square" rtlCol="0" anchor="ctr"/>
            <a:lstStyle/>
            <a:p>
              <a:pPr marL="0" indent="0">
                <a:lnSpc>
                  <a:spcPts val="1650"/>
                </a:lnSpc>
                <a:buNone/>
              </a:pPr>
              <a:r>
                <a:rPr lang="en-US" sz="1400" dirty="0">
                  <a:solidFill>
                    <a:srgbClr val="1B2735"/>
                  </a:solidFill>
                  <a:latin typeface="Calibri" pitchFamily="34" charset="0"/>
                  <a:ea typeface="Calibri" pitchFamily="34" charset="-122"/>
                  <a:cs typeface="Calibri" pitchFamily="34" charset="-120"/>
                </a:rPr>
                <a:t>p = 0.068 is close to the 0.05 threshold but doesn't clear it. A descriptively large variance gap should not be reported as a confirmed statistical effect — it's likely driven by a handful of extreme accounts, echoing the Q3 budget-outlier pattern.</a:t>
              </a:r>
              <a:endParaRPr lang="en-US" sz="1400" dirty="0"/>
            </a:p>
          </p:txBody>
        </p:sp>
      </p:grpSp>
      <p:sp>
        <p:nvSpPr>
          <p:cNvPr id="19" name="Text 15"/>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20" name="Text 16"/>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F97142"/>
                </a:solidFill>
                <a:latin typeface="Calibri" pitchFamily="34" charset="0"/>
                <a:ea typeface="Calibri" pitchFamily="34" charset="-122"/>
                <a:cs typeface="Calibri" pitchFamily="34" charset="-120"/>
              </a:rPr>
              <a:t>HONEST ABOUT GAPS</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Three questions this dataset can't answer</a:t>
            </a:r>
            <a:endParaRPr lang="en-US" sz="3000" dirty="0"/>
          </a:p>
        </p:txBody>
      </p:sp>
      <p:sp>
        <p:nvSpPr>
          <p:cNvPr id="4" name="Text 2"/>
          <p:cNvSpPr/>
          <p:nvPr/>
        </p:nvSpPr>
        <p:spPr>
          <a:xfrm>
            <a:off x="548640" y="1396746"/>
            <a:ext cx="11201400" cy="36576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Rather than approximate or fabricate figures, these are flagged explicitly — with what would be needed to close the gap.</a:t>
            </a:r>
            <a:endParaRPr lang="en-US" sz="1400" dirty="0"/>
          </a:p>
        </p:txBody>
      </p:sp>
      <p:sp>
        <p:nvSpPr>
          <p:cNvPr id="7" name="Text 5"/>
          <p:cNvSpPr/>
          <p:nvPr/>
        </p:nvSpPr>
        <p:spPr>
          <a:xfrm>
            <a:off x="822960" y="2139696"/>
            <a:ext cx="50292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11" name="Shape 9"/>
          <p:cNvSpPr/>
          <p:nvPr/>
        </p:nvSpPr>
        <p:spPr>
          <a:xfrm>
            <a:off x="822960" y="4389120"/>
            <a:ext cx="2971800" cy="0"/>
          </a:xfrm>
          <a:prstGeom prst="line">
            <a:avLst/>
          </a:prstGeom>
          <a:noFill/>
          <a:ln w="12700">
            <a:solidFill>
              <a:srgbClr val="FBE0C4"/>
            </a:solidFill>
            <a:prstDash val="solid"/>
          </a:ln>
        </p:spPr>
        <p:txBody>
          <a:bodyPr/>
          <a:lstStyle/>
          <a:p>
            <a:endParaRPr lang="en-IN"/>
          </a:p>
        </p:txBody>
      </p:sp>
      <p:grpSp>
        <p:nvGrpSpPr>
          <p:cNvPr id="34" name="Group 33">
            <a:extLst>
              <a:ext uri="{FF2B5EF4-FFF2-40B4-BE49-F238E27FC236}">
                <a16:creationId xmlns:a16="http://schemas.microsoft.com/office/drawing/2014/main" id="{329A4347-13E3-6BCD-A229-41CCD23D43B5}"/>
              </a:ext>
            </a:extLst>
          </p:cNvPr>
          <p:cNvGrpSpPr/>
          <p:nvPr/>
        </p:nvGrpSpPr>
        <p:grpSpPr>
          <a:xfrm>
            <a:off x="594360" y="2057400"/>
            <a:ext cx="3520440" cy="3931920"/>
            <a:chOff x="594360" y="1874520"/>
            <a:chExt cx="3520440" cy="3931920"/>
          </a:xfrm>
        </p:grpSpPr>
        <p:sp>
          <p:nvSpPr>
            <p:cNvPr id="5" name="Shape 3"/>
            <p:cNvSpPr/>
            <p:nvPr/>
          </p:nvSpPr>
          <p:spPr>
            <a:xfrm>
              <a:off x="594360" y="1874520"/>
              <a:ext cx="3520440" cy="3931920"/>
            </a:xfrm>
            <a:prstGeom prst="roundRect">
              <a:avLst>
                <a:gd name="adj" fmla="val 2338"/>
              </a:avLst>
            </a:prstGeom>
            <a:solidFill>
              <a:srgbClr val="FFF7ED"/>
            </a:solidFill>
            <a:ln w="12700">
              <a:solidFill>
                <a:srgbClr val="FBE0C4"/>
              </a:solidFill>
              <a:prstDash val="solid"/>
            </a:ln>
            <a:effectLst>
              <a:outerShdw blurRad="101600" dist="25400" dir="5400000" algn="bl" rotWithShape="0">
                <a:srgbClr val="1B2735">
                  <a:alpha val="10000"/>
                </a:srgbClr>
              </a:outerShdw>
            </a:effectLst>
          </p:spPr>
          <p:txBody>
            <a:bodyPr/>
            <a:lstStyle/>
            <a:p>
              <a:endParaRPr lang="en-IN"/>
            </a:p>
          </p:txBody>
        </p:sp>
        <p:sp>
          <p:nvSpPr>
            <p:cNvPr id="6" name="Shape 4"/>
            <p:cNvSpPr/>
            <p:nvPr/>
          </p:nvSpPr>
          <p:spPr>
            <a:xfrm>
              <a:off x="822960" y="2148840"/>
              <a:ext cx="502920" cy="274320"/>
            </a:xfrm>
            <a:prstGeom prst="roundRect">
              <a:avLst>
                <a:gd name="adj" fmla="val 20000"/>
              </a:avLst>
            </a:prstGeom>
            <a:solidFill>
              <a:srgbClr val="F97142"/>
            </a:solidFill>
            <a:ln/>
          </p:spPr>
          <p:txBody>
            <a:bodyPr/>
            <a:lstStyle/>
            <a:p>
              <a:r>
                <a:rPr lang="en-IN" sz="1100" dirty="0">
                  <a:solidFill>
                    <a:schemeClr val="bg1"/>
                  </a:solidFill>
                </a:rPr>
                <a:t>Q5</a:t>
              </a:r>
            </a:p>
          </p:txBody>
        </p:sp>
        <p:sp>
          <p:nvSpPr>
            <p:cNvPr id="8" name="Text 6"/>
            <p:cNvSpPr/>
            <p:nvPr/>
          </p:nvSpPr>
          <p:spPr>
            <a:xfrm>
              <a:off x="822960" y="2651760"/>
              <a:ext cx="2971800" cy="502920"/>
            </a:xfrm>
            <a:prstGeom prst="rect">
              <a:avLst/>
            </a:prstGeom>
            <a:noFill/>
            <a:ln/>
          </p:spPr>
          <p:txBody>
            <a:bodyPr wrap="square" rtlCol="0" anchor="ctr"/>
            <a:lstStyle/>
            <a:p>
              <a:pPr marL="0" indent="0">
                <a:buNone/>
              </a:pPr>
              <a:r>
                <a:rPr lang="en-US" sz="1700" b="1" dirty="0">
                  <a:solidFill>
                    <a:srgbClr val="1B2735"/>
                  </a:solidFill>
                  <a:latin typeface="Cambria" pitchFamily="34" charset="0"/>
                  <a:ea typeface="Cambria" pitchFamily="34" charset="-122"/>
                  <a:cs typeface="Cambria" pitchFamily="34" charset="-120"/>
                </a:rPr>
                <a:t>Click-Through Rate</a:t>
              </a:r>
              <a:endParaRPr lang="en-US" sz="1700" dirty="0"/>
            </a:p>
          </p:txBody>
        </p:sp>
        <p:sp>
          <p:nvSpPr>
            <p:cNvPr id="9" name="Text 7"/>
            <p:cNvSpPr/>
            <p:nvPr/>
          </p:nvSpPr>
          <p:spPr>
            <a:xfrm>
              <a:off x="822960" y="3246120"/>
              <a:ext cx="2971800" cy="274320"/>
            </a:xfrm>
            <a:prstGeom prst="rect">
              <a:avLst/>
            </a:prstGeom>
            <a:noFill/>
            <a:ln/>
          </p:spPr>
          <p:txBody>
            <a:bodyPr wrap="square" rtlCol="0" anchor="ctr"/>
            <a:lstStyle/>
            <a:p>
              <a:pPr marL="0" indent="0">
                <a:buNone/>
              </a:pPr>
              <a:r>
                <a:rPr lang="en-US" sz="1200" b="1" kern="0" spc="100" dirty="0">
                  <a:solidFill>
                    <a:srgbClr val="F97142"/>
                  </a:solidFill>
                  <a:latin typeface="Calibri" pitchFamily="34" charset="0"/>
                  <a:ea typeface="Calibri" pitchFamily="34" charset="-122"/>
                  <a:cs typeface="Calibri" pitchFamily="34" charset="-120"/>
                </a:rPr>
                <a:t>MISSING</a:t>
              </a:r>
              <a:endParaRPr lang="en-US" sz="1200" dirty="0"/>
            </a:p>
          </p:txBody>
        </p:sp>
        <p:sp>
          <p:nvSpPr>
            <p:cNvPr id="10" name="Text 8"/>
            <p:cNvSpPr/>
            <p:nvPr/>
          </p:nvSpPr>
          <p:spPr>
            <a:xfrm>
              <a:off x="822960" y="3520440"/>
              <a:ext cx="2971800" cy="777240"/>
            </a:xfrm>
            <a:prstGeom prst="rect">
              <a:avLst/>
            </a:prstGeom>
            <a:noFill/>
            <a:ln/>
          </p:spPr>
          <p:txBody>
            <a:bodyPr wrap="square" rtlCol="0" anchor="ctr"/>
            <a:lstStyle/>
            <a:p>
              <a:pPr marL="0" indent="0">
                <a:lnSpc>
                  <a:spcPts val="1500"/>
                </a:lnSpc>
                <a:buNone/>
              </a:pPr>
              <a:r>
                <a:rPr lang="en-US" sz="1400" dirty="0">
                  <a:solidFill>
                    <a:srgbClr val="1B2735"/>
                  </a:solidFill>
                  <a:latin typeface="Calibri" pitchFamily="34" charset="0"/>
                  <a:ea typeface="Calibri" pitchFamily="34" charset="-122"/>
                  <a:cs typeface="Calibri" pitchFamily="34" charset="-120"/>
                </a:rPr>
                <a:t>No impression or click counts in the data</a:t>
              </a:r>
              <a:endParaRPr lang="en-US" sz="1400" dirty="0"/>
            </a:p>
          </p:txBody>
        </p:sp>
        <p:sp>
          <p:nvSpPr>
            <p:cNvPr id="12" name="Text 10"/>
            <p:cNvSpPr/>
            <p:nvPr/>
          </p:nvSpPr>
          <p:spPr>
            <a:xfrm>
              <a:off x="822960" y="4526280"/>
              <a:ext cx="2971800" cy="274320"/>
            </a:xfrm>
            <a:prstGeom prst="rect">
              <a:avLst/>
            </a:prstGeom>
            <a:noFill/>
            <a:ln/>
          </p:spPr>
          <p:txBody>
            <a:bodyPr wrap="square" rtlCol="0" anchor="ctr"/>
            <a:lstStyle/>
            <a:p>
              <a:pPr marL="0" indent="0">
                <a:buNone/>
              </a:pPr>
              <a:r>
                <a:rPr lang="en-US" sz="1400" b="1" kern="0" spc="100" dirty="0">
                  <a:solidFill>
                    <a:srgbClr val="5B6B7C"/>
                  </a:solidFill>
                  <a:latin typeface="Calibri" pitchFamily="34" charset="0"/>
                  <a:ea typeface="Calibri" pitchFamily="34" charset="-122"/>
                  <a:cs typeface="Calibri" pitchFamily="34" charset="-120"/>
                </a:rPr>
                <a:t>WOULD NEED</a:t>
              </a:r>
              <a:endParaRPr lang="en-US" sz="1400" dirty="0"/>
            </a:p>
          </p:txBody>
        </p:sp>
        <p:sp>
          <p:nvSpPr>
            <p:cNvPr id="13" name="Text 11"/>
            <p:cNvSpPr/>
            <p:nvPr/>
          </p:nvSpPr>
          <p:spPr>
            <a:xfrm>
              <a:off x="822960" y="4800600"/>
              <a:ext cx="2971800" cy="731520"/>
            </a:xfrm>
            <a:prstGeom prst="rect">
              <a:avLst/>
            </a:prstGeom>
            <a:noFill/>
            <a:ln/>
          </p:spPr>
          <p:txBody>
            <a:bodyPr wrap="square" rtlCol="0" anchor="ctr"/>
            <a:lstStyle/>
            <a:p>
              <a:pPr marL="0" indent="0">
                <a:lnSpc>
                  <a:spcPts val="1450"/>
                </a:lnSpc>
                <a:buNone/>
              </a:pPr>
              <a:r>
                <a:rPr lang="en-US" sz="1400" i="1" dirty="0">
                  <a:solidFill>
                    <a:srgbClr val="5B6B7C"/>
                  </a:solidFill>
                  <a:latin typeface="Calibri" pitchFamily="34" charset="0"/>
                  <a:ea typeface="Calibri" pitchFamily="34" charset="-122"/>
                  <a:cs typeface="Calibri" pitchFamily="34" charset="-120"/>
                </a:rPr>
                <a:t>Join ad-serving logs with per-campaign impression &amp; click counts</a:t>
              </a:r>
              <a:endParaRPr lang="en-US" sz="1400" dirty="0"/>
            </a:p>
          </p:txBody>
        </p:sp>
      </p:grpSp>
      <p:sp>
        <p:nvSpPr>
          <p:cNvPr id="16" name="Text 14"/>
          <p:cNvSpPr/>
          <p:nvPr/>
        </p:nvSpPr>
        <p:spPr>
          <a:xfrm>
            <a:off x="4663440" y="2139696"/>
            <a:ext cx="50292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Q6</a:t>
            </a:r>
            <a:endParaRPr lang="en-US" sz="1200" dirty="0"/>
          </a:p>
        </p:txBody>
      </p:sp>
      <p:sp>
        <p:nvSpPr>
          <p:cNvPr id="20" name="Shape 18"/>
          <p:cNvSpPr/>
          <p:nvPr/>
        </p:nvSpPr>
        <p:spPr>
          <a:xfrm>
            <a:off x="4663440" y="4389120"/>
            <a:ext cx="2971800" cy="0"/>
          </a:xfrm>
          <a:prstGeom prst="line">
            <a:avLst/>
          </a:prstGeom>
          <a:noFill/>
          <a:ln w="12700">
            <a:solidFill>
              <a:srgbClr val="FBE0C4"/>
            </a:solidFill>
            <a:prstDash val="solid"/>
          </a:ln>
        </p:spPr>
        <p:txBody>
          <a:bodyPr/>
          <a:lstStyle/>
          <a:p>
            <a:endParaRPr lang="en-IN"/>
          </a:p>
        </p:txBody>
      </p:sp>
      <p:grpSp>
        <p:nvGrpSpPr>
          <p:cNvPr id="35" name="Group 34">
            <a:extLst>
              <a:ext uri="{FF2B5EF4-FFF2-40B4-BE49-F238E27FC236}">
                <a16:creationId xmlns:a16="http://schemas.microsoft.com/office/drawing/2014/main" id="{BC1DBA0A-3438-9AC7-CAC2-A4C43C000DB8}"/>
              </a:ext>
            </a:extLst>
          </p:cNvPr>
          <p:cNvGrpSpPr/>
          <p:nvPr/>
        </p:nvGrpSpPr>
        <p:grpSpPr>
          <a:xfrm>
            <a:off x="4389120" y="2080260"/>
            <a:ext cx="3520440" cy="3931920"/>
            <a:chOff x="4389120" y="1874520"/>
            <a:chExt cx="3520440" cy="3931920"/>
          </a:xfrm>
        </p:grpSpPr>
        <p:sp>
          <p:nvSpPr>
            <p:cNvPr id="14" name="Shape 12"/>
            <p:cNvSpPr/>
            <p:nvPr/>
          </p:nvSpPr>
          <p:spPr>
            <a:xfrm>
              <a:off x="4389120" y="1874520"/>
              <a:ext cx="3520440" cy="3931920"/>
            </a:xfrm>
            <a:prstGeom prst="roundRect">
              <a:avLst>
                <a:gd name="adj" fmla="val 2338"/>
              </a:avLst>
            </a:prstGeom>
            <a:solidFill>
              <a:srgbClr val="FFF7ED"/>
            </a:solidFill>
            <a:ln w="12700">
              <a:solidFill>
                <a:srgbClr val="FBE0C4"/>
              </a:solidFill>
              <a:prstDash val="solid"/>
            </a:ln>
            <a:effectLst>
              <a:outerShdw blurRad="101600" dist="25400" dir="5400000" algn="bl" rotWithShape="0">
                <a:srgbClr val="1B2735">
                  <a:alpha val="10000"/>
                </a:srgbClr>
              </a:outerShdw>
            </a:effectLst>
          </p:spPr>
          <p:txBody>
            <a:bodyPr/>
            <a:lstStyle/>
            <a:p>
              <a:endParaRPr lang="en-IN"/>
            </a:p>
          </p:txBody>
        </p:sp>
        <p:sp>
          <p:nvSpPr>
            <p:cNvPr id="15" name="Shape 13"/>
            <p:cNvSpPr/>
            <p:nvPr/>
          </p:nvSpPr>
          <p:spPr>
            <a:xfrm>
              <a:off x="4663440" y="2148840"/>
              <a:ext cx="502920" cy="274320"/>
            </a:xfrm>
            <a:prstGeom prst="roundRect">
              <a:avLst>
                <a:gd name="adj" fmla="val 20000"/>
              </a:avLst>
            </a:prstGeom>
            <a:solidFill>
              <a:srgbClr val="F97142"/>
            </a:solidFill>
            <a:ln/>
          </p:spPr>
          <p:txBody>
            <a:bodyPr/>
            <a:lstStyle/>
            <a:p>
              <a:r>
                <a:rPr lang="en-IN" sz="1100" dirty="0">
                  <a:solidFill>
                    <a:schemeClr val="bg1"/>
                  </a:solidFill>
                </a:rPr>
                <a:t>Q6</a:t>
              </a:r>
            </a:p>
            <a:p>
              <a:endParaRPr lang="en-IN" sz="1100" dirty="0"/>
            </a:p>
          </p:txBody>
        </p:sp>
        <p:sp>
          <p:nvSpPr>
            <p:cNvPr id="17" name="Text 15"/>
            <p:cNvSpPr/>
            <p:nvPr/>
          </p:nvSpPr>
          <p:spPr>
            <a:xfrm>
              <a:off x="4663440" y="2651760"/>
              <a:ext cx="2971800" cy="502920"/>
            </a:xfrm>
            <a:prstGeom prst="rect">
              <a:avLst/>
            </a:prstGeom>
            <a:noFill/>
            <a:ln/>
          </p:spPr>
          <p:txBody>
            <a:bodyPr wrap="square" rtlCol="0" anchor="ctr"/>
            <a:lstStyle/>
            <a:p>
              <a:pPr marL="0" indent="0">
                <a:buNone/>
              </a:pPr>
              <a:r>
                <a:rPr lang="en-US" sz="1700" b="1" dirty="0">
                  <a:solidFill>
                    <a:srgbClr val="1B2735"/>
                  </a:solidFill>
                  <a:latin typeface="Cambria" pitchFamily="34" charset="0"/>
                  <a:ea typeface="Cambria" pitchFamily="34" charset="-122"/>
                  <a:cs typeface="Cambria" pitchFamily="34" charset="-120"/>
                </a:rPr>
                <a:t>Industry Breakdown</a:t>
              </a:r>
              <a:endParaRPr lang="en-US" sz="1700" dirty="0"/>
            </a:p>
          </p:txBody>
        </p:sp>
        <p:sp>
          <p:nvSpPr>
            <p:cNvPr id="18" name="Text 16"/>
            <p:cNvSpPr/>
            <p:nvPr/>
          </p:nvSpPr>
          <p:spPr>
            <a:xfrm>
              <a:off x="4663440" y="3246120"/>
              <a:ext cx="2971800" cy="274320"/>
            </a:xfrm>
            <a:prstGeom prst="rect">
              <a:avLst/>
            </a:prstGeom>
            <a:noFill/>
            <a:ln/>
          </p:spPr>
          <p:txBody>
            <a:bodyPr wrap="square" rtlCol="0" anchor="ctr"/>
            <a:lstStyle/>
            <a:p>
              <a:pPr marL="0" indent="0">
                <a:buNone/>
              </a:pPr>
              <a:r>
                <a:rPr lang="en-US" sz="1200" b="1" kern="0" spc="100" dirty="0">
                  <a:solidFill>
                    <a:srgbClr val="F97142"/>
                  </a:solidFill>
                  <a:latin typeface="Calibri" pitchFamily="34" charset="0"/>
                  <a:ea typeface="Calibri" pitchFamily="34" charset="-122"/>
                  <a:cs typeface="Calibri" pitchFamily="34" charset="-120"/>
                </a:rPr>
                <a:t>MISSING</a:t>
              </a:r>
              <a:endParaRPr lang="en-US" sz="1200" dirty="0"/>
            </a:p>
          </p:txBody>
        </p:sp>
        <p:sp>
          <p:nvSpPr>
            <p:cNvPr id="19" name="Text 17"/>
            <p:cNvSpPr/>
            <p:nvPr/>
          </p:nvSpPr>
          <p:spPr>
            <a:xfrm>
              <a:off x="4663440" y="3520440"/>
              <a:ext cx="2971800" cy="777240"/>
            </a:xfrm>
            <a:prstGeom prst="rect">
              <a:avLst/>
            </a:prstGeom>
            <a:noFill/>
            <a:ln/>
          </p:spPr>
          <p:txBody>
            <a:bodyPr wrap="square" rtlCol="0" anchor="ctr"/>
            <a:lstStyle/>
            <a:p>
              <a:pPr marL="0" indent="0">
                <a:lnSpc>
                  <a:spcPts val="1500"/>
                </a:lnSpc>
                <a:buNone/>
              </a:pPr>
              <a:r>
                <a:rPr lang="en-US" sz="1400" dirty="0">
                  <a:solidFill>
                    <a:srgbClr val="1B2735"/>
                  </a:solidFill>
                  <a:latin typeface="Calibri" pitchFamily="34" charset="0"/>
                  <a:ea typeface="Calibri" pitchFamily="34" charset="-122"/>
                  <a:cs typeface="Calibri" pitchFamily="34" charset="-120"/>
                </a:rPr>
                <a:t>No industry / vertical field — only company size</a:t>
              </a:r>
              <a:endParaRPr lang="en-US" sz="1400" dirty="0"/>
            </a:p>
          </p:txBody>
        </p:sp>
        <p:sp>
          <p:nvSpPr>
            <p:cNvPr id="21" name="Text 19"/>
            <p:cNvSpPr/>
            <p:nvPr/>
          </p:nvSpPr>
          <p:spPr>
            <a:xfrm>
              <a:off x="4663440" y="4526280"/>
              <a:ext cx="2971800" cy="274320"/>
            </a:xfrm>
            <a:prstGeom prst="rect">
              <a:avLst/>
            </a:prstGeom>
            <a:noFill/>
            <a:ln/>
          </p:spPr>
          <p:txBody>
            <a:bodyPr wrap="square" rtlCol="0" anchor="ctr"/>
            <a:lstStyle/>
            <a:p>
              <a:pPr marL="0" indent="0">
                <a:buNone/>
              </a:pPr>
              <a:r>
                <a:rPr lang="en-US" sz="1400" b="1" kern="0" spc="100" dirty="0">
                  <a:solidFill>
                    <a:srgbClr val="5B6B7C"/>
                  </a:solidFill>
                  <a:latin typeface="Calibri" pitchFamily="34" charset="0"/>
                  <a:ea typeface="Calibri" pitchFamily="34" charset="-122"/>
                  <a:cs typeface="Calibri" pitchFamily="34" charset="-120"/>
                </a:rPr>
                <a:t>WOULD NEED</a:t>
              </a:r>
              <a:endParaRPr lang="en-US" sz="1400" dirty="0"/>
            </a:p>
          </p:txBody>
        </p:sp>
        <p:sp>
          <p:nvSpPr>
            <p:cNvPr id="22" name="Text 20"/>
            <p:cNvSpPr/>
            <p:nvPr/>
          </p:nvSpPr>
          <p:spPr>
            <a:xfrm>
              <a:off x="4663440" y="4800600"/>
              <a:ext cx="2971800" cy="731520"/>
            </a:xfrm>
            <a:prstGeom prst="rect">
              <a:avLst/>
            </a:prstGeom>
            <a:noFill/>
            <a:ln/>
          </p:spPr>
          <p:txBody>
            <a:bodyPr wrap="square" rtlCol="0" anchor="ctr"/>
            <a:lstStyle/>
            <a:p>
              <a:pPr marL="0" indent="0">
                <a:lnSpc>
                  <a:spcPts val="1450"/>
                </a:lnSpc>
                <a:buNone/>
              </a:pPr>
              <a:r>
                <a:rPr lang="en-US" sz="1400" i="1" dirty="0">
                  <a:solidFill>
                    <a:srgbClr val="5B6B7C"/>
                  </a:solidFill>
                  <a:latin typeface="Calibri" pitchFamily="34" charset="0"/>
                  <a:ea typeface="Calibri" pitchFamily="34" charset="-122"/>
                  <a:cs typeface="Calibri" pitchFamily="34" charset="-120"/>
                </a:rPr>
                <a:t>Add an industry field to the advertiser or campaign table</a:t>
              </a:r>
              <a:endParaRPr lang="en-US" sz="1400" dirty="0"/>
            </a:p>
          </p:txBody>
        </p:sp>
      </p:grpSp>
      <p:sp>
        <p:nvSpPr>
          <p:cNvPr id="24" name="Shape 22"/>
          <p:cNvSpPr/>
          <p:nvPr/>
        </p:nvSpPr>
        <p:spPr>
          <a:xfrm>
            <a:off x="8778240" y="2951859"/>
            <a:ext cx="502920" cy="274320"/>
          </a:xfrm>
          <a:prstGeom prst="roundRect">
            <a:avLst>
              <a:gd name="adj" fmla="val 20000"/>
            </a:avLst>
          </a:prstGeom>
          <a:solidFill>
            <a:srgbClr val="F97142"/>
          </a:solidFill>
          <a:ln/>
        </p:spPr>
        <p:txBody>
          <a:bodyPr/>
          <a:lstStyle/>
          <a:p>
            <a:endParaRPr lang="en-IN"/>
          </a:p>
        </p:txBody>
      </p:sp>
      <p:sp>
        <p:nvSpPr>
          <p:cNvPr id="29" name="Shape 27"/>
          <p:cNvSpPr/>
          <p:nvPr/>
        </p:nvSpPr>
        <p:spPr>
          <a:xfrm>
            <a:off x="8503920" y="4389120"/>
            <a:ext cx="2971800" cy="0"/>
          </a:xfrm>
          <a:prstGeom prst="line">
            <a:avLst/>
          </a:prstGeom>
          <a:noFill/>
          <a:ln w="12700">
            <a:solidFill>
              <a:srgbClr val="FBE0C4"/>
            </a:solidFill>
            <a:prstDash val="solid"/>
          </a:ln>
        </p:spPr>
        <p:txBody>
          <a:bodyPr/>
          <a:lstStyle/>
          <a:p>
            <a:endParaRPr lang="en-IN"/>
          </a:p>
        </p:txBody>
      </p:sp>
      <p:sp>
        <p:nvSpPr>
          <p:cNvPr id="32" name="Text 30"/>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33" name="Text 31"/>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16</a:t>
            </a:r>
            <a:endParaRPr lang="en-US" sz="1000" dirty="0"/>
          </a:p>
        </p:txBody>
      </p:sp>
      <p:grpSp>
        <p:nvGrpSpPr>
          <p:cNvPr id="39" name="Group 38">
            <a:extLst>
              <a:ext uri="{FF2B5EF4-FFF2-40B4-BE49-F238E27FC236}">
                <a16:creationId xmlns:a16="http://schemas.microsoft.com/office/drawing/2014/main" id="{DD3F68D9-76D1-01EA-37B9-2D8907AC359D}"/>
              </a:ext>
            </a:extLst>
          </p:cNvPr>
          <p:cNvGrpSpPr/>
          <p:nvPr/>
        </p:nvGrpSpPr>
        <p:grpSpPr>
          <a:xfrm>
            <a:off x="8305495" y="2080261"/>
            <a:ext cx="3520440" cy="3947922"/>
            <a:chOff x="8305495" y="2080261"/>
            <a:chExt cx="3520440" cy="3947922"/>
          </a:xfrm>
        </p:grpSpPr>
        <p:grpSp>
          <p:nvGrpSpPr>
            <p:cNvPr id="36" name="Group 35">
              <a:extLst>
                <a:ext uri="{FF2B5EF4-FFF2-40B4-BE49-F238E27FC236}">
                  <a16:creationId xmlns:a16="http://schemas.microsoft.com/office/drawing/2014/main" id="{2506895C-A2AE-BE7B-DCDD-FEF73746500B}"/>
                </a:ext>
              </a:extLst>
            </p:cNvPr>
            <p:cNvGrpSpPr/>
            <p:nvPr/>
          </p:nvGrpSpPr>
          <p:grpSpPr>
            <a:xfrm>
              <a:off x="8305495" y="2080261"/>
              <a:ext cx="3520440" cy="3947922"/>
              <a:chOff x="8076895" y="1357593"/>
              <a:chExt cx="3520440" cy="3947923"/>
            </a:xfrm>
          </p:grpSpPr>
          <p:sp>
            <p:nvSpPr>
              <p:cNvPr id="23" name="Shape 21"/>
              <p:cNvSpPr/>
              <p:nvPr/>
            </p:nvSpPr>
            <p:spPr>
              <a:xfrm>
                <a:off x="8076895" y="1357593"/>
                <a:ext cx="3520440" cy="3947923"/>
              </a:xfrm>
              <a:prstGeom prst="roundRect">
                <a:avLst>
                  <a:gd name="adj" fmla="val 2338"/>
                </a:avLst>
              </a:prstGeom>
              <a:solidFill>
                <a:srgbClr val="FFF7ED"/>
              </a:solidFill>
              <a:ln w="12700">
                <a:solidFill>
                  <a:srgbClr val="FBE0C4"/>
                </a:solidFill>
                <a:prstDash val="solid"/>
              </a:ln>
              <a:effectLst>
                <a:outerShdw blurRad="101600" dist="25400" dir="5400000" algn="bl" rotWithShape="0">
                  <a:srgbClr val="1B2735">
                    <a:alpha val="10000"/>
                  </a:srgbClr>
                </a:outerShdw>
              </a:effectLst>
            </p:spPr>
            <p:txBody>
              <a:bodyPr/>
              <a:lstStyle/>
              <a:p>
                <a:endParaRPr lang="en-IN"/>
              </a:p>
            </p:txBody>
          </p:sp>
          <p:sp>
            <p:nvSpPr>
              <p:cNvPr id="25" name="Text 23"/>
              <p:cNvSpPr/>
              <p:nvPr/>
            </p:nvSpPr>
            <p:spPr>
              <a:xfrm>
                <a:off x="8503920" y="2139696"/>
                <a:ext cx="50292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Q7</a:t>
                </a:r>
                <a:endParaRPr lang="en-US" sz="1200" dirty="0"/>
              </a:p>
            </p:txBody>
          </p:sp>
          <p:sp>
            <p:nvSpPr>
              <p:cNvPr id="26" name="Text 24"/>
              <p:cNvSpPr/>
              <p:nvPr/>
            </p:nvSpPr>
            <p:spPr>
              <a:xfrm>
                <a:off x="8335651" y="2111972"/>
                <a:ext cx="2971800" cy="502920"/>
              </a:xfrm>
              <a:prstGeom prst="rect">
                <a:avLst/>
              </a:prstGeom>
              <a:noFill/>
              <a:ln/>
            </p:spPr>
            <p:txBody>
              <a:bodyPr wrap="square" rtlCol="0" anchor="ctr"/>
              <a:lstStyle/>
              <a:p>
                <a:pPr marL="0" indent="0">
                  <a:buNone/>
                </a:pPr>
                <a:r>
                  <a:rPr lang="en-US" sz="1700" b="1" dirty="0">
                    <a:solidFill>
                      <a:srgbClr val="1B2735"/>
                    </a:solidFill>
                    <a:latin typeface="Cambria" pitchFamily="34" charset="0"/>
                    <a:ea typeface="Cambria" pitchFamily="34" charset="-122"/>
                    <a:cs typeface="Cambria" pitchFamily="34" charset="-120"/>
                  </a:rPr>
                  <a:t>Engagement Metrics</a:t>
                </a:r>
                <a:endParaRPr lang="en-US" sz="1700" dirty="0"/>
              </a:p>
            </p:txBody>
          </p:sp>
          <p:sp>
            <p:nvSpPr>
              <p:cNvPr id="27" name="Text 25"/>
              <p:cNvSpPr/>
              <p:nvPr/>
            </p:nvSpPr>
            <p:spPr>
              <a:xfrm>
                <a:off x="8351215" y="2703999"/>
                <a:ext cx="3017520" cy="272080"/>
              </a:xfrm>
              <a:prstGeom prst="rect">
                <a:avLst/>
              </a:prstGeom>
              <a:noFill/>
              <a:ln/>
            </p:spPr>
            <p:txBody>
              <a:bodyPr wrap="square" rtlCol="0" anchor="ctr"/>
              <a:lstStyle/>
              <a:p>
                <a:pPr marL="0" indent="0">
                  <a:buNone/>
                </a:pPr>
                <a:r>
                  <a:rPr lang="en-US" sz="1200" b="1" kern="0" spc="100" dirty="0">
                    <a:solidFill>
                      <a:srgbClr val="F97142"/>
                    </a:solidFill>
                    <a:latin typeface="Calibri" pitchFamily="34" charset="0"/>
                    <a:ea typeface="Calibri" pitchFamily="34" charset="-122"/>
                    <a:cs typeface="Calibri" pitchFamily="34" charset="-120"/>
                  </a:rPr>
                  <a:t>MISSING</a:t>
                </a:r>
                <a:endParaRPr lang="en-US" sz="1200" dirty="0"/>
              </a:p>
            </p:txBody>
          </p:sp>
          <p:sp>
            <p:nvSpPr>
              <p:cNvPr id="28" name="Text 26"/>
              <p:cNvSpPr/>
              <p:nvPr/>
            </p:nvSpPr>
            <p:spPr>
              <a:xfrm>
                <a:off x="8351215" y="2980652"/>
                <a:ext cx="2971800" cy="777240"/>
              </a:xfrm>
              <a:prstGeom prst="rect">
                <a:avLst/>
              </a:prstGeom>
              <a:noFill/>
              <a:ln/>
            </p:spPr>
            <p:txBody>
              <a:bodyPr wrap="square" rtlCol="0" anchor="ctr"/>
              <a:lstStyle/>
              <a:p>
                <a:pPr marL="0" indent="0">
                  <a:lnSpc>
                    <a:spcPts val="1500"/>
                  </a:lnSpc>
                  <a:buNone/>
                </a:pPr>
                <a:r>
                  <a:rPr lang="en-US" sz="1400" dirty="0">
                    <a:solidFill>
                      <a:srgbClr val="1B2735"/>
                    </a:solidFill>
                    <a:latin typeface="Calibri" pitchFamily="34" charset="0"/>
                    <a:ea typeface="Calibri" pitchFamily="34" charset="-122"/>
                    <a:cs typeface="Calibri" pitchFamily="34" charset="-120"/>
                  </a:rPr>
                  <a:t>No likes, retweets, or replies in the data</a:t>
                </a:r>
                <a:endParaRPr lang="en-US" sz="1400" dirty="0"/>
              </a:p>
            </p:txBody>
          </p:sp>
          <p:sp>
            <p:nvSpPr>
              <p:cNvPr id="30" name="Text 28"/>
              <p:cNvSpPr/>
              <p:nvPr/>
            </p:nvSpPr>
            <p:spPr>
              <a:xfrm>
                <a:off x="8351215" y="3985448"/>
                <a:ext cx="2971800" cy="274320"/>
              </a:xfrm>
              <a:prstGeom prst="rect">
                <a:avLst/>
              </a:prstGeom>
              <a:noFill/>
              <a:ln/>
            </p:spPr>
            <p:txBody>
              <a:bodyPr wrap="square" rtlCol="0" anchor="ctr"/>
              <a:lstStyle/>
              <a:p>
                <a:pPr marL="0" indent="0">
                  <a:buNone/>
                </a:pPr>
                <a:r>
                  <a:rPr lang="en-US" sz="1400" b="1" kern="0" spc="100" dirty="0">
                    <a:solidFill>
                      <a:srgbClr val="5B6B7C"/>
                    </a:solidFill>
                    <a:latin typeface="Calibri" pitchFamily="34" charset="0"/>
                    <a:ea typeface="Calibri" pitchFamily="34" charset="-122"/>
                    <a:cs typeface="Calibri" pitchFamily="34" charset="-120"/>
                  </a:rPr>
                  <a:t>WOULD NEED</a:t>
                </a:r>
                <a:endParaRPr lang="en-US" sz="1400" dirty="0"/>
              </a:p>
            </p:txBody>
          </p:sp>
          <p:sp>
            <p:nvSpPr>
              <p:cNvPr id="31" name="Text 29"/>
              <p:cNvSpPr/>
              <p:nvPr/>
            </p:nvSpPr>
            <p:spPr>
              <a:xfrm>
                <a:off x="8351215" y="4261714"/>
                <a:ext cx="2971800" cy="731520"/>
              </a:xfrm>
              <a:prstGeom prst="rect">
                <a:avLst/>
              </a:prstGeom>
              <a:noFill/>
              <a:ln/>
            </p:spPr>
            <p:txBody>
              <a:bodyPr wrap="square" rtlCol="0" anchor="ctr"/>
              <a:lstStyle/>
              <a:p>
                <a:pPr marL="0" indent="0">
                  <a:lnSpc>
                    <a:spcPts val="1450"/>
                  </a:lnSpc>
                  <a:buNone/>
                </a:pPr>
                <a:r>
                  <a:rPr lang="en-US" sz="1400" i="1" dirty="0">
                    <a:solidFill>
                      <a:srgbClr val="5B6B7C"/>
                    </a:solidFill>
                    <a:latin typeface="Calibri" pitchFamily="34" charset="0"/>
                    <a:ea typeface="Calibri" pitchFamily="34" charset="-122"/>
                    <a:cs typeface="Calibri" pitchFamily="34" charset="-120"/>
                  </a:rPr>
                  <a:t>Join tweet-level engagement data linked to each campaign</a:t>
                </a:r>
                <a:endParaRPr lang="en-US" sz="1400" dirty="0"/>
              </a:p>
            </p:txBody>
          </p:sp>
        </p:grpSp>
        <p:sp>
          <p:nvSpPr>
            <p:cNvPr id="38" name="Shape 13">
              <a:extLst>
                <a:ext uri="{FF2B5EF4-FFF2-40B4-BE49-F238E27FC236}">
                  <a16:creationId xmlns:a16="http://schemas.microsoft.com/office/drawing/2014/main" id="{74B38348-9972-D261-A586-7240DA018D35}"/>
                </a:ext>
              </a:extLst>
            </p:cNvPr>
            <p:cNvSpPr/>
            <p:nvPr/>
          </p:nvSpPr>
          <p:spPr>
            <a:xfrm>
              <a:off x="8579815" y="2331720"/>
              <a:ext cx="502920" cy="274320"/>
            </a:xfrm>
            <a:prstGeom prst="roundRect">
              <a:avLst>
                <a:gd name="adj" fmla="val 20000"/>
              </a:avLst>
            </a:prstGeom>
            <a:solidFill>
              <a:srgbClr val="F97142"/>
            </a:solidFill>
            <a:ln/>
          </p:spPr>
          <p:txBody>
            <a:bodyPr/>
            <a:lstStyle/>
            <a:p>
              <a:r>
                <a:rPr lang="en-IN" sz="1100" dirty="0">
                  <a:solidFill>
                    <a:schemeClr val="bg1"/>
                  </a:solidFill>
                </a:rPr>
                <a:t>Q7</a:t>
              </a:r>
            </a:p>
            <a:p>
              <a:endParaRPr lang="en-IN" sz="1100" dirty="0">
                <a:solidFill>
                  <a:schemeClr val="bg1"/>
                </a:solidFill>
              </a:endParaRPr>
            </a:p>
            <a:p>
              <a:endParaRPr lang="en-IN" sz="110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TURNING FINDINGS INTO ACTION</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Strategic recommendations</a:t>
            </a:r>
            <a:endParaRPr lang="en-US" sz="3000" dirty="0"/>
          </a:p>
        </p:txBody>
      </p:sp>
      <p:sp>
        <p:nvSpPr>
          <p:cNvPr id="4" name="Shape 2"/>
          <p:cNvSpPr/>
          <p:nvPr/>
        </p:nvSpPr>
        <p:spPr>
          <a:xfrm>
            <a:off x="548640" y="1508760"/>
            <a:ext cx="3520440" cy="2148840"/>
          </a:xfrm>
          <a:prstGeom prst="roundRect">
            <a:avLst>
              <a:gd name="adj" fmla="val 3830"/>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5" name="Shape 3"/>
          <p:cNvSpPr/>
          <p:nvPr/>
        </p:nvSpPr>
        <p:spPr>
          <a:xfrm>
            <a:off x="804672" y="1764792"/>
            <a:ext cx="502920" cy="502920"/>
          </a:xfrm>
          <a:prstGeom prst="roundRect">
            <a:avLst>
              <a:gd name="adj" fmla="val 16364"/>
            </a:avLst>
          </a:prstGeom>
          <a:solidFill>
            <a:schemeClr val="accent5">
              <a:lumMod val="75000"/>
            </a:schemeClr>
          </a:solidFill>
          <a:ln/>
        </p:spPr>
        <p:txBody>
          <a:bodyPr/>
          <a:lstStyle/>
          <a:p>
            <a:endParaRPr lang="en-IN"/>
          </a:p>
        </p:txBody>
      </p:sp>
      <p:sp>
        <p:nvSpPr>
          <p:cNvPr id="6" name="Text 4"/>
          <p:cNvSpPr/>
          <p:nvPr/>
        </p:nvSpPr>
        <p:spPr>
          <a:xfrm>
            <a:off x="804672" y="176479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pic>
        <p:nvPicPr>
          <p:cNvPr id="7" name="Image 0" descr="report_assets/icon_flag_1D9BF0.png"/>
          <p:cNvPicPr>
            <a:picLocks noChangeAspect="1"/>
          </p:cNvPicPr>
          <p:nvPr/>
        </p:nvPicPr>
        <p:blipFill>
          <a:blip r:embed="rId3"/>
          <a:stretch>
            <a:fillRect/>
          </a:stretch>
        </p:blipFill>
        <p:spPr>
          <a:xfrm>
            <a:off x="3383280" y="1828800"/>
            <a:ext cx="365760" cy="365760"/>
          </a:xfrm>
          <a:prstGeom prst="rect">
            <a:avLst/>
          </a:prstGeom>
        </p:spPr>
      </p:pic>
      <p:sp>
        <p:nvSpPr>
          <p:cNvPr id="8" name="Text 5"/>
          <p:cNvSpPr/>
          <p:nvPr/>
        </p:nvSpPr>
        <p:spPr>
          <a:xfrm>
            <a:off x="804672" y="2423160"/>
            <a:ext cx="3008376" cy="502920"/>
          </a:xfrm>
          <a:prstGeom prst="rect">
            <a:avLst/>
          </a:prstGeom>
          <a:noFill/>
          <a:ln/>
        </p:spPr>
        <p:txBody>
          <a:bodyPr wrap="square" rtlCol="0" anchor="ctr"/>
          <a:lstStyle/>
          <a:p>
            <a:pPr marL="0" indent="0">
              <a:buNone/>
            </a:pPr>
            <a:r>
              <a:rPr lang="en-US" sz="1400" b="1" dirty="0">
                <a:solidFill>
                  <a:srgbClr val="1B2735"/>
                </a:solidFill>
                <a:latin typeface="Cambria" pitchFamily="34" charset="0"/>
                <a:ea typeface="Cambria" pitchFamily="34" charset="-122"/>
                <a:cs typeface="Cambria" pitchFamily="34" charset="-120"/>
              </a:rPr>
              <a:t>Roll out in phases</a:t>
            </a:r>
            <a:endParaRPr lang="en-US" sz="1400" dirty="0"/>
          </a:p>
        </p:txBody>
      </p:sp>
      <p:sp>
        <p:nvSpPr>
          <p:cNvPr id="9" name="Text 6"/>
          <p:cNvSpPr/>
          <p:nvPr/>
        </p:nvSpPr>
        <p:spPr>
          <a:xfrm>
            <a:off x="740664" y="2788920"/>
            <a:ext cx="3008376" cy="868680"/>
          </a:xfrm>
          <a:prstGeom prst="rect">
            <a:avLst/>
          </a:prstGeom>
          <a:noFill/>
          <a:ln/>
        </p:spPr>
        <p:txBody>
          <a:bodyPr wrap="square" rtlCol="0" anchor="ctr"/>
          <a:lstStyle/>
          <a:p>
            <a:pPr marL="0" indent="0">
              <a:lnSpc>
                <a:spcPts val="1500"/>
              </a:lnSpc>
              <a:buNone/>
            </a:pPr>
            <a:r>
              <a:rPr lang="en-US" sz="1400" dirty="0">
                <a:solidFill>
                  <a:srgbClr val="5B6B7C"/>
                </a:solidFill>
                <a:latin typeface="Calibri" pitchFamily="34" charset="0"/>
                <a:ea typeface="Calibri" pitchFamily="34" charset="-122"/>
                <a:cs typeface="Calibri" pitchFamily="34" charset="-120"/>
              </a:rPr>
              <a:t>Prioritize small and large advertisers first, where the overspend reduction is largest and most robust.</a:t>
            </a:r>
            <a:endParaRPr lang="en-US" sz="1400" dirty="0"/>
          </a:p>
        </p:txBody>
      </p:sp>
      <p:sp>
        <p:nvSpPr>
          <p:cNvPr id="10" name="Shape 7"/>
          <p:cNvSpPr/>
          <p:nvPr/>
        </p:nvSpPr>
        <p:spPr>
          <a:xfrm>
            <a:off x="4361688" y="1517126"/>
            <a:ext cx="3520440" cy="2148840"/>
          </a:xfrm>
          <a:prstGeom prst="roundRect">
            <a:avLst>
              <a:gd name="adj" fmla="val 3830"/>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1" name="Shape 8"/>
          <p:cNvSpPr/>
          <p:nvPr/>
        </p:nvSpPr>
        <p:spPr>
          <a:xfrm>
            <a:off x="4617720" y="1764792"/>
            <a:ext cx="502920" cy="502920"/>
          </a:xfrm>
          <a:prstGeom prst="roundRect">
            <a:avLst>
              <a:gd name="adj" fmla="val 16364"/>
            </a:avLst>
          </a:prstGeom>
          <a:solidFill>
            <a:schemeClr val="accent5">
              <a:lumMod val="75000"/>
            </a:schemeClr>
          </a:solidFill>
          <a:ln/>
        </p:spPr>
        <p:txBody>
          <a:bodyPr/>
          <a:lstStyle/>
          <a:p>
            <a:endParaRPr lang="en-IN"/>
          </a:p>
        </p:txBody>
      </p:sp>
      <p:sp>
        <p:nvSpPr>
          <p:cNvPr id="12" name="Text 9"/>
          <p:cNvSpPr/>
          <p:nvPr/>
        </p:nvSpPr>
        <p:spPr>
          <a:xfrm>
            <a:off x="4617720" y="176479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pic>
        <p:nvPicPr>
          <p:cNvPr id="13" name="Image 1" descr="report_assets/icon_search_1D9BF0.png"/>
          <p:cNvPicPr>
            <a:picLocks noChangeAspect="1"/>
          </p:cNvPicPr>
          <p:nvPr/>
        </p:nvPicPr>
        <p:blipFill>
          <a:blip r:embed="rId4"/>
          <a:stretch>
            <a:fillRect/>
          </a:stretch>
        </p:blipFill>
        <p:spPr>
          <a:xfrm>
            <a:off x="7196328" y="1828800"/>
            <a:ext cx="365760" cy="365760"/>
          </a:xfrm>
          <a:prstGeom prst="rect">
            <a:avLst/>
          </a:prstGeom>
        </p:spPr>
      </p:pic>
      <p:sp>
        <p:nvSpPr>
          <p:cNvPr id="14" name="Text 10"/>
          <p:cNvSpPr/>
          <p:nvPr/>
        </p:nvSpPr>
        <p:spPr>
          <a:xfrm>
            <a:off x="4530852" y="2350008"/>
            <a:ext cx="3008376" cy="502920"/>
          </a:xfrm>
          <a:prstGeom prst="rect">
            <a:avLst/>
          </a:prstGeom>
          <a:noFill/>
          <a:ln/>
        </p:spPr>
        <p:txBody>
          <a:bodyPr wrap="square" rtlCol="0" anchor="ctr"/>
          <a:lstStyle/>
          <a:p>
            <a:pPr marL="0" indent="0">
              <a:buNone/>
            </a:pPr>
            <a:r>
              <a:rPr lang="en-US" sz="1400" b="1" dirty="0">
                <a:solidFill>
                  <a:srgbClr val="1B2735"/>
                </a:solidFill>
                <a:latin typeface="Cambria" pitchFamily="34" charset="0"/>
                <a:ea typeface="Cambria" pitchFamily="34" charset="-122"/>
                <a:cs typeface="Cambria" pitchFamily="34" charset="-120"/>
              </a:rPr>
              <a:t>Treat medium as an open question</a:t>
            </a:r>
            <a:endParaRPr lang="en-US" sz="1400" dirty="0"/>
          </a:p>
        </p:txBody>
      </p:sp>
      <p:sp>
        <p:nvSpPr>
          <p:cNvPr id="15" name="Text 11"/>
          <p:cNvSpPr/>
          <p:nvPr/>
        </p:nvSpPr>
        <p:spPr>
          <a:xfrm>
            <a:off x="4553712" y="2788920"/>
            <a:ext cx="3008376" cy="868680"/>
          </a:xfrm>
          <a:prstGeom prst="rect">
            <a:avLst/>
          </a:prstGeom>
          <a:noFill/>
          <a:ln/>
        </p:spPr>
        <p:txBody>
          <a:bodyPr wrap="square" rtlCol="0" anchor="ctr"/>
          <a:lstStyle/>
          <a:p>
            <a:pPr marL="0" indent="0">
              <a:lnSpc>
                <a:spcPts val="1500"/>
              </a:lnSpc>
              <a:buNone/>
            </a:pPr>
            <a:r>
              <a:rPr lang="en-US" sz="1400" dirty="0">
                <a:solidFill>
                  <a:srgbClr val="5B6B7C"/>
                </a:solidFill>
                <a:latin typeface="Calibri" pitchFamily="34" charset="0"/>
                <a:ea typeface="Calibri" pitchFamily="34" charset="-122"/>
                <a:cs typeface="Calibri" pitchFamily="34" charset="-120"/>
              </a:rPr>
              <a:t>The interaction model shows a real, distinct effect — not a null result. Fund a dedicated follow-up before forcing rollout.</a:t>
            </a:r>
            <a:endParaRPr lang="en-US" sz="1400" dirty="0"/>
          </a:p>
        </p:txBody>
      </p:sp>
      <p:sp>
        <p:nvSpPr>
          <p:cNvPr id="16" name="Shape 12"/>
          <p:cNvSpPr/>
          <p:nvPr/>
        </p:nvSpPr>
        <p:spPr>
          <a:xfrm>
            <a:off x="8174736" y="1527048"/>
            <a:ext cx="3520440" cy="2148840"/>
          </a:xfrm>
          <a:prstGeom prst="roundRect">
            <a:avLst>
              <a:gd name="adj" fmla="val 3830"/>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17" name="Shape 13"/>
          <p:cNvSpPr/>
          <p:nvPr/>
        </p:nvSpPr>
        <p:spPr>
          <a:xfrm>
            <a:off x="8430768" y="1764792"/>
            <a:ext cx="502920" cy="502920"/>
          </a:xfrm>
          <a:prstGeom prst="roundRect">
            <a:avLst>
              <a:gd name="adj" fmla="val 16364"/>
            </a:avLst>
          </a:prstGeom>
          <a:solidFill>
            <a:schemeClr val="accent5">
              <a:lumMod val="75000"/>
            </a:schemeClr>
          </a:solidFill>
          <a:ln/>
        </p:spPr>
        <p:txBody>
          <a:bodyPr/>
          <a:lstStyle/>
          <a:p>
            <a:endParaRPr lang="en-IN"/>
          </a:p>
        </p:txBody>
      </p:sp>
      <p:sp>
        <p:nvSpPr>
          <p:cNvPr id="18" name="Text 14"/>
          <p:cNvSpPr/>
          <p:nvPr/>
        </p:nvSpPr>
        <p:spPr>
          <a:xfrm>
            <a:off x="8430768" y="176479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pic>
        <p:nvPicPr>
          <p:cNvPr id="19" name="Image 2" descr="report_assets/icon_users_1D9BF0.png"/>
          <p:cNvPicPr>
            <a:picLocks noChangeAspect="1"/>
          </p:cNvPicPr>
          <p:nvPr/>
        </p:nvPicPr>
        <p:blipFill>
          <a:blip r:embed="rId5"/>
          <a:stretch>
            <a:fillRect/>
          </a:stretch>
        </p:blipFill>
        <p:spPr>
          <a:xfrm>
            <a:off x="11009376" y="1828800"/>
            <a:ext cx="365760" cy="365760"/>
          </a:xfrm>
          <a:prstGeom prst="rect">
            <a:avLst/>
          </a:prstGeom>
        </p:spPr>
      </p:pic>
      <p:sp>
        <p:nvSpPr>
          <p:cNvPr id="20" name="Text 15"/>
          <p:cNvSpPr/>
          <p:nvPr/>
        </p:nvSpPr>
        <p:spPr>
          <a:xfrm>
            <a:off x="8430768" y="2377440"/>
            <a:ext cx="3008376" cy="502920"/>
          </a:xfrm>
          <a:prstGeom prst="rect">
            <a:avLst/>
          </a:prstGeom>
          <a:noFill/>
          <a:ln/>
        </p:spPr>
        <p:txBody>
          <a:bodyPr wrap="square" rtlCol="0" anchor="ctr"/>
          <a:lstStyle/>
          <a:p>
            <a:pPr marL="0" indent="0">
              <a:buNone/>
            </a:pPr>
            <a:r>
              <a:rPr lang="en-US" sz="1400" b="1" dirty="0">
                <a:solidFill>
                  <a:srgbClr val="1B2735"/>
                </a:solidFill>
                <a:latin typeface="Cambria" pitchFamily="34" charset="0"/>
                <a:ea typeface="Cambria" pitchFamily="34" charset="-122"/>
                <a:cs typeface="Cambria" pitchFamily="34" charset="-120"/>
              </a:rPr>
              <a:t>Validate the budget hypothesis</a:t>
            </a:r>
            <a:endParaRPr lang="en-US" sz="1400" dirty="0"/>
          </a:p>
        </p:txBody>
      </p:sp>
      <p:sp>
        <p:nvSpPr>
          <p:cNvPr id="21" name="Text 16"/>
          <p:cNvSpPr/>
          <p:nvPr/>
        </p:nvSpPr>
        <p:spPr>
          <a:xfrm>
            <a:off x="8430768" y="2773356"/>
            <a:ext cx="3008376" cy="868680"/>
          </a:xfrm>
          <a:prstGeom prst="rect">
            <a:avLst/>
          </a:prstGeom>
          <a:noFill/>
          <a:ln/>
        </p:spPr>
        <p:txBody>
          <a:bodyPr wrap="square" rtlCol="0" anchor="ctr"/>
          <a:lstStyle/>
          <a:p>
            <a:pPr marL="0" indent="0">
              <a:lnSpc>
                <a:spcPts val="1500"/>
              </a:lnSpc>
              <a:buNone/>
            </a:pPr>
            <a:r>
              <a:rPr lang="en-US" sz="1400" dirty="0">
                <a:solidFill>
                  <a:srgbClr val="5B6B7C"/>
                </a:solidFill>
                <a:latin typeface="Calibri" pitchFamily="34" charset="0"/>
                <a:ea typeface="Calibri" pitchFamily="34" charset="-122"/>
                <a:cs typeface="Calibri" pitchFamily="34" charset="-120"/>
              </a:rPr>
              <a:t>Survey treatment advertisers directly rather than inferring "wariness" from budget numbers alone.</a:t>
            </a:r>
            <a:endParaRPr lang="en-US" sz="1400" dirty="0"/>
          </a:p>
        </p:txBody>
      </p:sp>
      <p:sp>
        <p:nvSpPr>
          <p:cNvPr id="22" name="Shape 17"/>
          <p:cNvSpPr/>
          <p:nvPr/>
        </p:nvSpPr>
        <p:spPr>
          <a:xfrm>
            <a:off x="548640" y="3886200"/>
            <a:ext cx="3520440" cy="2148840"/>
          </a:xfrm>
          <a:prstGeom prst="roundRect">
            <a:avLst>
              <a:gd name="adj" fmla="val 3830"/>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3" name="Shape 18"/>
          <p:cNvSpPr/>
          <p:nvPr/>
        </p:nvSpPr>
        <p:spPr>
          <a:xfrm>
            <a:off x="804672" y="4142232"/>
            <a:ext cx="502920" cy="502920"/>
          </a:xfrm>
          <a:prstGeom prst="roundRect">
            <a:avLst>
              <a:gd name="adj" fmla="val 16364"/>
            </a:avLst>
          </a:prstGeom>
          <a:solidFill>
            <a:schemeClr val="accent5">
              <a:lumMod val="75000"/>
            </a:schemeClr>
          </a:solidFill>
          <a:ln/>
        </p:spPr>
        <p:txBody>
          <a:bodyPr/>
          <a:lstStyle/>
          <a:p>
            <a:endParaRPr lang="en-IN"/>
          </a:p>
        </p:txBody>
      </p:sp>
      <p:sp>
        <p:nvSpPr>
          <p:cNvPr id="24" name="Text 19"/>
          <p:cNvSpPr/>
          <p:nvPr/>
        </p:nvSpPr>
        <p:spPr>
          <a:xfrm>
            <a:off x="804672" y="414223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pic>
        <p:nvPicPr>
          <p:cNvPr id="25" name="Image 3" descr="report_assets/icon_bar_1D9BF0.png"/>
          <p:cNvPicPr>
            <a:picLocks noChangeAspect="1"/>
          </p:cNvPicPr>
          <p:nvPr/>
        </p:nvPicPr>
        <p:blipFill>
          <a:blip r:embed="rId6"/>
          <a:stretch>
            <a:fillRect/>
          </a:stretch>
        </p:blipFill>
        <p:spPr>
          <a:xfrm>
            <a:off x="3383280" y="4206240"/>
            <a:ext cx="365760" cy="365760"/>
          </a:xfrm>
          <a:prstGeom prst="rect">
            <a:avLst/>
          </a:prstGeom>
        </p:spPr>
      </p:pic>
      <p:sp>
        <p:nvSpPr>
          <p:cNvPr id="26" name="Text 20"/>
          <p:cNvSpPr/>
          <p:nvPr/>
        </p:nvSpPr>
        <p:spPr>
          <a:xfrm>
            <a:off x="804672" y="4800600"/>
            <a:ext cx="3008376" cy="502920"/>
          </a:xfrm>
          <a:prstGeom prst="rect">
            <a:avLst/>
          </a:prstGeom>
          <a:noFill/>
          <a:ln/>
        </p:spPr>
        <p:txBody>
          <a:bodyPr wrap="square" rtlCol="0" anchor="ctr"/>
          <a:lstStyle/>
          <a:p>
            <a:pPr marL="0" indent="0">
              <a:buNone/>
            </a:pPr>
            <a:r>
              <a:rPr lang="en-US" sz="1400" b="1" dirty="0">
                <a:solidFill>
                  <a:srgbClr val="1B2735"/>
                </a:solidFill>
                <a:latin typeface="Cambria" pitchFamily="34" charset="0"/>
                <a:ea typeface="Cambria" pitchFamily="34" charset="-122"/>
                <a:cs typeface="Cambria" pitchFamily="34" charset="-120"/>
              </a:rPr>
              <a:t>Track medians, not just means</a:t>
            </a:r>
            <a:endParaRPr lang="en-US" sz="1400" dirty="0"/>
          </a:p>
        </p:txBody>
      </p:sp>
      <p:sp>
        <p:nvSpPr>
          <p:cNvPr id="27" name="Text 21"/>
          <p:cNvSpPr/>
          <p:nvPr/>
        </p:nvSpPr>
        <p:spPr>
          <a:xfrm>
            <a:off x="752856" y="5143500"/>
            <a:ext cx="3008376" cy="868680"/>
          </a:xfrm>
          <a:prstGeom prst="rect">
            <a:avLst/>
          </a:prstGeom>
          <a:noFill/>
          <a:ln/>
        </p:spPr>
        <p:txBody>
          <a:bodyPr wrap="square" rtlCol="0" anchor="ctr"/>
          <a:lstStyle/>
          <a:p>
            <a:pPr marL="0" indent="0">
              <a:lnSpc>
                <a:spcPts val="1500"/>
              </a:lnSpc>
              <a:buNone/>
            </a:pPr>
            <a:r>
              <a:rPr lang="en-US" sz="1400" dirty="0">
                <a:solidFill>
                  <a:srgbClr val="5B6B7C"/>
                </a:solidFill>
                <a:latin typeface="Calibri" pitchFamily="34" charset="0"/>
                <a:ea typeface="Calibri" pitchFamily="34" charset="-122"/>
                <a:cs typeface="Calibri" pitchFamily="34" charset="-120"/>
              </a:rPr>
              <a:t>A handful of extreme accounts repeatedly distort mean-based metrics — set dashboards accordingly.</a:t>
            </a:r>
            <a:endParaRPr lang="en-US" sz="1400" dirty="0"/>
          </a:p>
        </p:txBody>
      </p:sp>
      <p:sp>
        <p:nvSpPr>
          <p:cNvPr id="28" name="Shape 22"/>
          <p:cNvSpPr/>
          <p:nvPr/>
        </p:nvSpPr>
        <p:spPr>
          <a:xfrm>
            <a:off x="4373880" y="3896122"/>
            <a:ext cx="3520440" cy="2148840"/>
          </a:xfrm>
          <a:prstGeom prst="roundRect">
            <a:avLst>
              <a:gd name="adj" fmla="val 3830"/>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29" name="Shape 23"/>
          <p:cNvSpPr/>
          <p:nvPr/>
        </p:nvSpPr>
        <p:spPr>
          <a:xfrm>
            <a:off x="4617720" y="4142232"/>
            <a:ext cx="502920" cy="502920"/>
          </a:xfrm>
          <a:prstGeom prst="roundRect">
            <a:avLst>
              <a:gd name="adj" fmla="val 16364"/>
            </a:avLst>
          </a:prstGeom>
          <a:solidFill>
            <a:schemeClr val="accent5">
              <a:lumMod val="75000"/>
            </a:schemeClr>
          </a:solidFill>
          <a:ln/>
        </p:spPr>
        <p:txBody>
          <a:bodyPr/>
          <a:lstStyle/>
          <a:p>
            <a:endParaRPr lang="en-IN"/>
          </a:p>
        </p:txBody>
      </p:sp>
      <p:sp>
        <p:nvSpPr>
          <p:cNvPr id="30" name="Text 24"/>
          <p:cNvSpPr/>
          <p:nvPr/>
        </p:nvSpPr>
        <p:spPr>
          <a:xfrm>
            <a:off x="4617720" y="414223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pic>
        <p:nvPicPr>
          <p:cNvPr id="31" name="Image 4" descr="report_assets/icon_sliders_1D9BF0.png"/>
          <p:cNvPicPr>
            <a:picLocks noChangeAspect="1"/>
          </p:cNvPicPr>
          <p:nvPr/>
        </p:nvPicPr>
        <p:blipFill>
          <a:blip r:embed="rId7"/>
          <a:stretch>
            <a:fillRect/>
          </a:stretch>
        </p:blipFill>
        <p:spPr>
          <a:xfrm>
            <a:off x="7196328" y="4206240"/>
            <a:ext cx="365760" cy="365760"/>
          </a:xfrm>
          <a:prstGeom prst="rect">
            <a:avLst/>
          </a:prstGeom>
        </p:spPr>
      </p:pic>
      <p:sp>
        <p:nvSpPr>
          <p:cNvPr id="32" name="Text 25"/>
          <p:cNvSpPr/>
          <p:nvPr/>
        </p:nvSpPr>
        <p:spPr>
          <a:xfrm>
            <a:off x="4617720" y="4800600"/>
            <a:ext cx="3008376" cy="502920"/>
          </a:xfrm>
          <a:prstGeom prst="rect">
            <a:avLst/>
          </a:prstGeom>
          <a:noFill/>
          <a:ln/>
        </p:spPr>
        <p:txBody>
          <a:bodyPr wrap="square" rtlCol="0" anchor="ctr"/>
          <a:lstStyle/>
          <a:p>
            <a:pPr marL="0" indent="0">
              <a:buNone/>
            </a:pPr>
            <a:r>
              <a:rPr lang="en-US" sz="1400" b="1" dirty="0">
                <a:solidFill>
                  <a:srgbClr val="1B2735"/>
                </a:solidFill>
                <a:latin typeface="Cambria" pitchFamily="34" charset="0"/>
                <a:ea typeface="Cambria" pitchFamily="34" charset="-122"/>
                <a:cs typeface="Cambria" pitchFamily="34" charset="-120"/>
              </a:rPr>
              <a:t>Set per-segment KPI targets</a:t>
            </a:r>
            <a:endParaRPr lang="en-US" sz="1400" dirty="0"/>
          </a:p>
        </p:txBody>
      </p:sp>
      <p:sp>
        <p:nvSpPr>
          <p:cNvPr id="33" name="Text 26"/>
          <p:cNvSpPr/>
          <p:nvPr/>
        </p:nvSpPr>
        <p:spPr>
          <a:xfrm>
            <a:off x="4591812" y="5166360"/>
            <a:ext cx="3008376" cy="868680"/>
          </a:xfrm>
          <a:prstGeom prst="rect">
            <a:avLst/>
          </a:prstGeom>
          <a:noFill/>
          <a:ln/>
        </p:spPr>
        <p:txBody>
          <a:bodyPr wrap="square" rtlCol="0" anchor="ctr"/>
          <a:lstStyle/>
          <a:p>
            <a:pPr marL="0" indent="0">
              <a:lnSpc>
                <a:spcPts val="1500"/>
              </a:lnSpc>
              <a:buNone/>
            </a:pPr>
            <a:r>
              <a:rPr lang="en-US" sz="1400" dirty="0">
                <a:solidFill>
                  <a:srgbClr val="5B6B7C"/>
                </a:solidFill>
                <a:latin typeface="Calibri" pitchFamily="34" charset="0"/>
                <a:ea typeface="Calibri" pitchFamily="34" charset="-122"/>
                <a:cs typeface="Calibri" pitchFamily="34" charset="-120"/>
              </a:rPr>
              <a:t>Company size independently affects overspend and treatment effect — one blended target hides both.</a:t>
            </a:r>
            <a:endParaRPr lang="en-US" sz="1400" dirty="0"/>
          </a:p>
        </p:txBody>
      </p:sp>
      <p:sp>
        <p:nvSpPr>
          <p:cNvPr id="34" name="Shape 27"/>
          <p:cNvSpPr/>
          <p:nvPr/>
        </p:nvSpPr>
        <p:spPr>
          <a:xfrm>
            <a:off x="8174736" y="3886200"/>
            <a:ext cx="3520440" cy="2148840"/>
          </a:xfrm>
          <a:prstGeom prst="roundRect">
            <a:avLst>
              <a:gd name="adj" fmla="val 3830"/>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35" name="Shape 28"/>
          <p:cNvSpPr/>
          <p:nvPr/>
        </p:nvSpPr>
        <p:spPr>
          <a:xfrm>
            <a:off x="8430768" y="4142232"/>
            <a:ext cx="502920" cy="502920"/>
          </a:xfrm>
          <a:prstGeom prst="roundRect">
            <a:avLst>
              <a:gd name="adj" fmla="val 16364"/>
            </a:avLst>
          </a:prstGeom>
          <a:solidFill>
            <a:schemeClr val="accent5">
              <a:lumMod val="75000"/>
            </a:schemeClr>
          </a:solidFill>
          <a:ln/>
        </p:spPr>
        <p:txBody>
          <a:bodyPr/>
          <a:lstStyle/>
          <a:p>
            <a:endParaRPr lang="en-IN"/>
          </a:p>
        </p:txBody>
      </p:sp>
      <p:sp>
        <p:nvSpPr>
          <p:cNvPr id="36" name="Text 29"/>
          <p:cNvSpPr/>
          <p:nvPr/>
        </p:nvSpPr>
        <p:spPr>
          <a:xfrm>
            <a:off x="8430768" y="414223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pic>
        <p:nvPicPr>
          <p:cNvPr id="37" name="Image 5" descr="report_assets/icon_database_1D9BF0.png"/>
          <p:cNvPicPr>
            <a:picLocks noChangeAspect="1"/>
          </p:cNvPicPr>
          <p:nvPr/>
        </p:nvPicPr>
        <p:blipFill>
          <a:blip r:embed="rId8"/>
          <a:stretch>
            <a:fillRect/>
          </a:stretch>
        </p:blipFill>
        <p:spPr>
          <a:xfrm>
            <a:off x="11009376" y="4206240"/>
            <a:ext cx="365760" cy="365760"/>
          </a:xfrm>
          <a:prstGeom prst="rect">
            <a:avLst/>
          </a:prstGeom>
        </p:spPr>
      </p:pic>
      <p:sp>
        <p:nvSpPr>
          <p:cNvPr id="38" name="Text 30"/>
          <p:cNvSpPr/>
          <p:nvPr/>
        </p:nvSpPr>
        <p:spPr>
          <a:xfrm>
            <a:off x="8430768" y="4800600"/>
            <a:ext cx="3008376" cy="502920"/>
          </a:xfrm>
          <a:prstGeom prst="rect">
            <a:avLst/>
          </a:prstGeom>
          <a:noFill/>
          <a:ln/>
        </p:spPr>
        <p:txBody>
          <a:bodyPr wrap="square" rtlCol="0" anchor="ctr"/>
          <a:lstStyle/>
          <a:p>
            <a:pPr marL="0" indent="0">
              <a:buNone/>
            </a:pPr>
            <a:r>
              <a:rPr lang="en-US" sz="1400" b="1" dirty="0">
                <a:solidFill>
                  <a:srgbClr val="1B2735"/>
                </a:solidFill>
                <a:latin typeface="Cambria" pitchFamily="34" charset="0"/>
                <a:ea typeface="Cambria" pitchFamily="34" charset="-122"/>
                <a:cs typeface="Cambria" pitchFamily="34" charset="-120"/>
              </a:rPr>
              <a:t>Close the data gaps</a:t>
            </a:r>
            <a:endParaRPr lang="en-US" sz="1400" dirty="0"/>
          </a:p>
        </p:txBody>
      </p:sp>
      <p:sp>
        <p:nvSpPr>
          <p:cNvPr id="39" name="Text 31"/>
          <p:cNvSpPr/>
          <p:nvPr/>
        </p:nvSpPr>
        <p:spPr>
          <a:xfrm>
            <a:off x="8378952" y="5166360"/>
            <a:ext cx="3008376" cy="868680"/>
          </a:xfrm>
          <a:prstGeom prst="rect">
            <a:avLst/>
          </a:prstGeom>
          <a:noFill/>
          <a:ln/>
        </p:spPr>
        <p:txBody>
          <a:bodyPr wrap="square" rtlCol="0" anchor="ctr"/>
          <a:lstStyle/>
          <a:p>
            <a:pPr marL="0" indent="0">
              <a:lnSpc>
                <a:spcPts val="1500"/>
              </a:lnSpc>
              <a:buNone/>
            </a:pPr>
            <a:r>
              <a:rPr lang="en-US" sz="1400" dirty="0">
                <a:solidFill>
                  <a:srgbClr val="5B6B7C"/>
                </a:solidFill>
                <a:latin typeface="Calibri" pitchFamily="34" charset="0"/>
                <a:ea typeface="Calibri" pitchFamily="34" charset="-122"/>
                <a:cs typeface="Calibri" pitchFamily="34" charset="-120"/>
              </a:rPr>
              <a:t>Join in impression/click, engagement, and industry data so CTR and engagement can be answered next.</a:t>
            </a:r>
            <a:endParaRPr lang="en-US" sz="1400" dirty="0"/>
          </a:p>
        </p:txBody>
      </p:sp>
      <p:sp>
        <p:nvSpPr>
          <p:cNvPr id="40" name="Text 32"/>
          <p:cNvSpPr/>
          <p:nvPr/>
        </p:nvSpPr>
        <p:spPr>
          <a:xfrm>
            <a:off x="548640" y="6400800"/>
            <a:ext cx="5486400" cy="274320"/>
          </a:xfrm>
          <a:prstGeom prst="rect">
            <a:avLst/>
          </a:prstGeom>
          <a:noFill/>
          <a:ln/>
        </p:spPr>
        <p:txBody>
          <a:bodyPr wrap="square" rtlCol="0" anchor="ctr"/>
          <a:lstStyle/>
          <a:p>
            <a:pPr marL="0" indent="0">
              <a:buNone/>
            </a:pPr>
            <a:r>
              <a:rPr lang="en-US" sz="900" kern="0" spc="100" dirty="0">
                <a:solidFill>
                  <a:srgbClr val="5B6B7C"/>
                </a:solidFill>
                <a:latin typeface="Calibri" pitchFamily="34" charset="0"/>
                <a:ea typeface="Calibri" pitchFamily="34" charset="-122"/>
                <a:cs typeface="Calibri" pitchFamily="34" charset="-120"/>
              </a:rPr>
              <a:t>TWITTER AD BILLING A/B TEST</a:t>
            </a:r>
            <a:endParaRPr lang="en-US" sz="900" dirty="0"/>
          </a:p>
        </p:txBody>
      </p:sp>
      <p:sp>
        <p:nvSpPr>
          <p:cNvPr id="41" name="Text 33"/>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chemeClr val="accent5">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8961120" y="-2286000"/>
            <a:ext cx="5486400" cy="5486400"/>
          </a:xfrm>
          <a:prstGeom prst="ellipse">
            <a:avLst/>
          </a:prstGeom>
          <a:solidFill>
            <a:schemeClr val="accent5">
              <a:lumMod val="40000"/>
              <a:lumOff val="60000"/>
            </a:schemeClr>
          </a:solidFill>
          <a:ln/>
        </p:spPr>
        <p:txBody>
          <a:bodyPr/>
          <a:lstStyle/>
          <a:p>
            <a:endParaRPr lang="en-IN"/>
          </a:p>
        </p:txBody>
      </p:sp>
      <p:sp>
        <p:nvSpPr>
          <p:cNvPr id="3" name="Text 1"/>
          <p:cNvSpPr/>
          <p:nvPr/>
        </p:nvSpPr>
        <p:spPr>
          <a:xfrm>
            <a:off x="822960" y="822960"/>
            <a:ext cx="5486400" cy="365760"/>
          </a:xfrm>
          <a:prstGeom prst="rect">
            <a:avLst/>
          </a:prstGeom>
          <a:noFill/>
          <a:ln/>
        </p:spPr>
        <p:txBody>
          <a:bodyPr wrap="square" rtlCol="0" anchor="ctr"/>
          <a:lstStyle/>
          <a:p>
            <a:pPr marL="0" indent="0">
              <a:buNone/>
            </a:pPr>
            <a:r>
              <a:rPr lang="en-US" sz="1400" b="1" kern="0" spc="300" dirty="0">
                <a:solidFill>
                  <a:srgbClr val="1D9BF0"/>
                </a:solidFill>
                <a:latin typeface="Calibri" pitchFamily="34" charset="0"/>
                <a:ea typeface="Calibri" pitchFamily="34" charset="-122"/>
                <a:cs typeface="Calibri" pitchFamily="34" charset="-120"/>
              </a:rPr>
              <a:t>BOTTOM LINE</a:t>
            </a:r>
            <a:endParaRPr lang="en-US" sz="1400" dirty="0"/>
          </a:p>
        </p:txBody>
      </p:sp>
      <p:sp>
        <p:nvSpPr>
          <p:cNvPr id="4" name="Text 2"/>
          <p:cNvSpPr/>
          <p:nvPr/>
        </p:nvSpPr>
        <p:spPr>
          <a:xfrm>
            <a:off x="822960" y="1234440"/>
            <a:ext cx="9601200" cy="1371600"/>
          </a:xfrm>
          <a:prstGeom prst="rect">
            <a:avLst/>
          </a:prstGeom>
          <a:noFill/>
          <a:ln/>
        </p:spPr>
        <p:txBody>
          <a:bodyPr wrap="square" rtlCol="0" anchor="ctr"/>
          <a:lstStyle/>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Impression-based billing works — and the data tells us exactly where to push it first.</a:t>
            </a:r>
            <a:endParaRPr lang="en-US" sz="3000" dirty="0"/>
          </a:p>
        </p:txBody>
      </p:sp>
      <p:sp>
        <p:nvSpPr>
          <p:cNvPr id="5" name="Text 3"/>
          <p:cNvSpPr/>
          <p:nvPr/>
        </p:nvSpPr>
        <p:spPr>
          <a:xfrm>
            <a:off x="822960" y="3063240"/>
            <a:ext cx="3200400" cy="685800"/>
          </a:xfrm>
          <a:prstGeom prst="rect">
            <a:avLst/>
          </a:prstGeom>
          <a:noFill/>
          <a:ln/>
        </p:spPr>
        <p:txBody>
          <a:bodyPr wrap="square" rtlCol="0" anchor="ctr"/>
          <a:lstStyle/>
          <a:p>
            <a:pPr marL="0" indent="0">
              <a:buNone/>
            </a:pPr>
            <a:r>
              <a:rPr lang="en-US" sz="3200" b="1" dirty="0">
                <a:solidFill>
                  <a:srgbClr val="1D9BF0"/>
                </a:solidFill>
                <a:latin typeface="Cambria" pitchFamily="34" charset="0"/>
                <a:ea typeface="Cambria" pitchFamily="34" charset="-122"/>
                <a:cs typeface="Cambria" pitchFamily="34" charset="-120"/>
              </a:rPr>
              <a:t>−7.0 pts</a:t>
            </a:r>
            <a:endParaRPr lang="en-US" sz="3200" dirty="0"/>
          </a:p>
        </p:txBody>
      </p:sp>
      <p:sp>
        <p:nvSpPr>
          <p:cNvPr id="6" name="Text 4"/>
          <p:cNvSpPr/>
          <p:nvPr/>
        </p:nvSpPr>
        <p:spPr>
          <a:xfrm>
            <a:off x="822960" y="3749040"/>
            <a:ext cx="3200400" cy="548640"/>
          </a:xfrm>
          <a:prstGeom prst="rect">
            <a:avLst/>
          </a:prstGeom>
          <a:noFill/>
          <a:ln/>
        </p:spPr>
        <p:txBody>
          <a:bodyPr wrap="square" rtlCol="0" anchor="ctr"/>
          <a:lstStyle/>
          <a:p>
            <a:pPr marL="0" indent="0">
              <a:lnSpc>
                <a:spcPts val="1600"/>
              </a:lnSpc>
              <a:buNone/>
            </a:pPr>
            <a:r>
              <a:rPr lang="en-US" sz="1600" dirty="0">
                <a:solidFill>
                  <a:srgbClr val="C7D8EA"/>
                </a:solidFill>
                <a:latin typeface="Calibri" pitchFamily="34" charset="0"/>
                <a:ea typeface="Calibri" pitchFamily="34" charset="-122"/>
                <a:cs typeface="Calibri" pitchFamily="34" charset="-120"/>
              </a:rPr>
              <a:t>overspend-incidence reduction, overall</a:t>
            </a:r>
            <a:endParaRPr lang="en-US" sz="1600" dirty="0"/>
          </a:p>
        </p:txBody>
      </p:sp>
      <p:sp>
        <p:nvSpPr>
          <p:cNvPr id="7" name="Text 5"/>
          <p:cNvSpPr/>
          <p:nvPr/>
        </p:nvSpPr>
        <p:spPr>
          <a:xfrm>
            <a:off x="4389120" y="3063240"/>
            <a:ext cx="3200400" cy="685800"/>
          </a:xfrm>
          <a:prstGeom prst="rect">
            <a:avLst/>
          </a:prstGeom>
          <a:noFill/>
          <a:ln/>
        </p:spPr>
        <p:txBody>
          <a:bodyPr wrap="square" rtlCol="0" anchor="ctr"/>
          <a:lstStyle/>
          <a:p>
            <a:pPr marL="0" indent="0">
              <a:buNone/>
            </a:pPr>
            <a:r>
              <a:rPr lang="en-US" sz="3200" b="1" dirty="0">
                <a:solidFill>
                  <a:srgbClr val="1D9BF0"/>
                </a:solidFill>
                <a:latin typeface="Cambria" pitchFamily="34" charset="0"/>
                <a:ea typeface="Cambria" pitchFamily="34" charset="-122"/>
                <a:cs typeface="Cambria" pitchFamily="34" charset="-120"/>
              </a:rPr>
              <a:t>2 of 3</a:t>
            </a:r>
            <a:endParaRPr lang="en-US" sz="3200" dirty="0"/>
          </a:p>
        </p:txBody>
      </p:sp>
      <p:sp>
        <p:nvSpPr>
          <p:cNvPr id="8" name="Text 6"/>
          <p:cNvSpPr/>
          <p:nvPr/>
        </p:nvSpPr>
        <p:spPr>
          <a:xfrm>
            <a:off x="4389120" y="3749040"/>
            <a:ext cx="3200400" cy="548640"/>
          </a:xfrm>
          <a:prstGeom prst="rect">
            <a:avLst/>
          </a:prstGeom>
          <a:noFill/>
          <a:ln/>
        </p:spPr>
        <p:txBody>
          <a:bodyPr wrap="square" rtlCol="0" anchor="ctr"/>
          <a:lstStyle/>
          <a:p>
            <a:pPr marL="0" indent="0">
              <a:lnSpc>
                <a:spcPts val="1600"/>
              </a:lnSpc>
              <a:buNone/>
            </a:pPr>
            <a:r>
              <a:rPr lang="en-US" sz="1600" dirty="0">
                <a:solidFill>
                  <a:srgbClr val="C7D8EA"/>
                </a:solidFill>
                <a:latin typeface="Calibri" pitchFamily="34" charset="0"/>
                <a:ea typeface="Calibri" pitchFamily="34" charset="-122"/>
                <a:cs typeface="Calibri" pitchFamily="34" charset="-120"/>
              </a:rPr>
              <a:t>company sizes show confirmed, significant gains</a:t>
            </a:r>
            <a:endParaRPr lang="en-US" sz="1600" dirty="0"/>
          </a:p>
        </p:txBody>
      </p:sp>
      <p:sp>
        <p:nvSpPr>
          <p:cNvPr id="9" name="Text 7"/>
          <p:cNvSpPr/>
          <p:nvPr/>
        </p:nvSpPr>
        <p:spPr>
          <a:xfrm>
            <a:off x="7955280" y="3063240"/>
            <a:ext cx="3200400" cy="685800"/>
          </a:xfrm>
          <a:prstGeom prst="rect">
            <a:avLst/>
          </a:prstGeom>
          <a:noFill/>
          <a:ln/>
        </p:spPr>
        <p:txBody>
          <a:bodyPr wrap="square" rtlCol="0" anchor="ctr"/>
          <a:lstStyle/>
          <a:p>
            <a:pPr marL="0" indent="0">
              <a:buNone/>
            </a:pPr>
            <a:r>
              <a:rPr lang="en-US" sz="3200" b="1" dirty="0">
                <a:solidFill>
                  <a:srgbClr val="1D9BF0"/>
                </a:solidFill>
                <a:latin typeface="Cambria" pitchFamily="34" charset="0"/>
                <a:ea typeface="Cambria" pitchFamily="34" charset="-122"/>
                <a:cs typeface="Cambria" pitchFamily="34" charset="-120"/>
              </a:rPr>
              <a:t>7.7 pts</a:t>
            </a:r>
            <a:endParaRPr lang="en-US" sz="3200" dirty="0"/>
          </a:p>
        </p:txBody>
      </p:sp>
      <p:sp>
        <p:nvSpPr>
          <p:cNvPr id="10" name="Text 8"/>
          <p:cNvSpPr/>
          <p:nvPr/>
        </p:nvSpPr>
        <p:spPr>
          <a:xfrm>
            <a:off x="7955280" y="3749040"/>
            <a:ext cx="3200400" cy="548640"/>
          </a:xfrm>
          <a:prstGeom prst="rect">
            <a:avLst/>
          </a:prstGeom>
          <a:noFill/>
          <a:ln/>
        </p:spPr>
        <p:txBody>
          <a:bodyPr wrap="square" rtlCol="0" anchor="ctr"/>
          <a:lstStyle/>
          <a:p>
            <a:pPr marL="0" indent="0">
              <a:lnSpc>
                <a:spcPts val="1600"/>
              </a:lnSpc>
              <a:buNone/>
            </a:pPr>
            <a:r>
              <a:rPr lang="en-US" sz="1600" dirty="0">
                <a:solidFill>
                  <a:srgbClr val="C7D8EA"/>
                </a:solidFill>
                <a:latin typeface="Calibri" pitchFamily="34" charset="0"/>
                <a:ea typeface="Calibri" pitchFamily="34" charset="-122"/>
                <a:cs typeface="Calibri" pitchFamily="34" charset="-120"/>
              </a:rPr>
              <a:t>lower average % of budget spent</a:t>
            </a:r>
            <a:endParaRPr lang="en-US" sz="1600" dirty="0"/>
          </a:p>
        </p:txBody>
      </p:sp>
      <p:sp>
        <p:nvSpPr>
          <p:cNvPr id="11" name="Shape 9"/>
          <p:cNvSpPr/>
          <p:nvPr/>
        </p:nvSpPr>
        <p:spPr>
          <a:xfrm>
            <a:off x="822960" y="4709160"/>
            <a:ext cx="10515600" cy="0"/>
          </a:xfrm>
          <a:prstGeom prst="line">
            <a:avLst/>
          </a:prstGeom>
          <a:noFill/>
          <a:ln w="12700">
            <a:solidFill>
              <a:srgbClr val="2E4E70"/>
            </a:solidFill>
            <a:prstDash val="solid"/>
          </a:ln>
        </p:spPr>
        <p:txBody>
          <a:bodyPr/>
          <a:lstStyle/>
          <a:p>
            <a:endParaRPr lang="en-IN"/>
          </a:p>
        </p:txBody>
      </p:sp>
      <p:sp>
        <p:nvSpPr>
          <p:cNvPr id="12" name="Text 10"/>
          <p:cNvSpPr/>
          <p:nvPr/>
        </p:nvSpPr>
        <p:spPr>
          <a:xfrm>
            <a:off x="822960" y="5303520"/>
            <a:ext cx="9875520" cy="640080"/>
          </a:xfrm>
          <a:prstGeom prst="rect">
            <a:avLst/>
          </a:prstGeom>
          <a:noFill/>
          <a:ln/>
        </p:spPr>
        <p:txBody>
          <a:bodyPr wrap="square" rtlCol="0" anchor="ctr"/>
          <a:lstStyle/>
          <a:p>
            <a:pPr marL="0" indent="0">
              <a:buNone/>
            </a:pPr>
            <a:r>
              <a:rPr lang="en-US" i="1" dirty="0">
                <a:solidFill>
                  <a:srgbClr val="FFFFFF"/>
                </a:solidFill>
                <a:latin typeface="Calibri" pitchFamily="34" charset="0"/>
                <a:ea typeface="Calibri" pitchFamily="34" charset="-122"/>
                <a:cs typeface="Calibri" pitchFamily="34" charset="-120"/>
              </a:rPr>
              <a:t>Recommended decision: approve a phased, segment-aware rollout — paired with the monitoring and data-collection steps outlined above.</a:t>
            </a:r>
            <a:endParaRPr lang="en-US" dirty="0"/>
          </a:p>
        </p:txBody>
      </p:sp>
      <p:sp>
        <p:nvSpPr>
          <p:cNvPr id="13" name="Text 11"/>
          <p:cNvSpPr/>
          <p:nvPr/>
        </p:nvSpPr>
        <p:spPr>
          <a:xfrm>
            <a:off x="11368735" y="640080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19884AC-EF2C-84ED-02BA-B6E8B7D10DCA}"/>
              </a:ext>
            </a:extLst>
          </p:cNvPr>
          <p:cNvSpPr/>
          <p:nvPr/>
        </p:nvSpPr>
        <p:spPr>
          <a:xfrm>
            <a:off x="2120153" y="1409468"/>
            <a:ext cx="7951694" cy="4598535"/>
          </a:xfrm>
          <a:prstGeom prst="rect">
            <a:avLst/>
          </a:prstGeom>
          <a:blipFill>
            <a:blip r:embed="rId3"/>
            <a:tile tx="0" ty="0" sx="100000" sy="100000" flip="none" algn="tl"/>
          </a:blip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accent1"/>
              </a:solidFill>
            </a:endParaRPr>
          </a:p>
        </p:txBody>
      </p:sp>
      <p:sp>
        <p:nvSpPr>
          <p:cNvPr id="2" name="Text 0"/>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SOURCE</a:t>
            </a:r>
            <a:endParaRPr lang="en-US" sz="1400" dirty="0"/>
          </a:p>
        </p:txBody>
      </p:sp>
      <p:sp>
        <p:nvSpPr>
          <p:cNvPr id="3" name="Text 1"/>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Dataset Overview</a:t>
            </a:r>
            <a:endParaRPr lang="en-US" sz="3000" dirty="0"/>
          </a:p>
        </p:txBody>
      </p:sp>
      <p:sp>
        <p:nvSpPr>
          <p:cNvPr id="19" name="Text 17"/>
          <p:cNvSpPr/>
          <p:nvPr/>
        </p:nvSpPr>
        <p:spPr>
          <a:xfrm>
            <a:off x="548640" y="6125702"/>
            <a:ext cx="7315200" cy="365760"/>
          </a:xfrm>
          <a:prstGeom prst="rect">
            <a:avLst/>
          </a:prstGeom>
          <a:noFill/>
          <a:ln/>
        </p:spPr>
        <p:txBody>
          <a:bodyPr wrap="square" rtlCol="0" anchor="ctr"/>
          <a:lstStyle/>
          <a:p>
            <a:pPr marL="0" indent="0">
              <a:buNone/>
            </a:pPr>
            <a:r>
              <a:rPr lang="en-US" sz="1100" dirty="0">
                <a:solidFill>
                  <a:srgbClr val="5B6B7C"/>
                </a:solidFill>
                <a:latin typeface="Calibri" pitchFamily="34" charset="0"/>
                <a:ea typeface="Calibri" pitchFamily="34" charset="-122"/>
                <a:cs typeface="Calibri" pitchFamily="34" charset="-120"/>
                <a:hlinkClick r:id="rId4"/>
              </a:rPr>
              <a:t>Twitter A/B testing.csv</a:t>
            </a:r>
            <a:endParaRPr lang="en-US" sz="1100" dirty="0"/>
          </a:p>
        </p:txBody>
      </p:sp>
      <p:sp>
        <p:nvSpPr>
          <p:cNvPr id="20" name="Text 18"/>
          <p:cNvSpPr/>
          <p:nvPr/>
        </p:nvSpPr>
        <p:spPr>
          <a:xfrm>
            <a:off x="11368735" y="658368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19</a:t>
            </a:r>
            <a:endParaRPr lang="en-US" sz="1000" dirty="0"/>
          </a:p>
        </p:txBody>
      </p:sp>
      <p:pic>
        <p:nvPicPr>
          <p:cNvPr id="22" name="Picture 21">
            <a:extLst>
              <a:ext uri="{FF2B5EF4-FFF2-40B4-BE49-F238E27FC236}">
                <a16:creationId xmlns:a16="http://schemas.microsoft.com/office/drawing/2014/main" id="{A5C12A23-6D44-E289-205F-B24A155CAB79}"/>
              </a:ext>
            </a:extLst>
          </p:cNvPr>
          <p:cNvPicPr>
            <a:picLocks noChangeAspect="1"/>
          </p:cNvPicPr>
          <p:nvPr/>
        </p:nvPicPr>
        <p:blipFill>
          <a:blip r:embed="rId5"/>
          <a:stretch>
            <a:fillRect/>
          </a:stretch>
        </p:blipFill>
        <p:spPr>
          <a:xfrm>
            <a:off x="2276763" y="1570516"/>
            <a:ext cx="7638473" cy="427643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A9406-C1E1-CC16-65A5-4175817D121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95173A-E301-8723-7320-FAA148DAFA70}"/>
              </a:ext>
            </a:extLst>
          </p:cNvPr>
          <p:cNvSpPr/>
          <p:nvPr/>
        </p:nvSpPr>
        <p:spPr>
          <a:xfrm>
            <a:off x="548640" y="384048"/>
            <a:ext cx="7315200" cy="292608"/>
          </a:xfrm>
          <a:prstGeom prst="rect">
            <a:avLst/>
          </a:prstGeom>
          <a:noFill/>
          <a:ln/>
        </p:spPr>
        <p:txBody>
          <a:bodyPr wrap="square" rtlCol="0" anchor="ctr"/>
          <a:lstStyle/>
          <a:p>
            <a:pPr marL="0" indent="0" algn="l">
              <a:buNone/>
            </a:pPr>
            <a:r>
              <a:rPr lang="en-US" sz="1400" b="1" kern="0" spc="200" dirty="0">
                <a:solidFill>
                  <a:srgbClr val="1D9BF0"/>
                </a:solidFill>
                <a:latin typeface="Calibri" pitchFamily="34" charset="0"/>
                <a:ea typeface="Calibri" pitchFamily="34" charset="-122"/>
                <a:cs typeface="Calibri" pitchFamily="34" charset="-120"/>
              </a:rPr>
              <a:t>SOURCES &amp; TOOLS</a:t>
            </a:r>
            <a:endParaRPr lang="en-US" sz="1400" dirty="0"/>
          </a:p>
        </p:txBody>
      </p:sp>
      <p:sp>
        <p:nvSpPr>
          <p:cNvPr id="3" name="Text 1">
            <a:extLst>
              <a:ext uri="{FF2B5EF4-FFF2-40B4-BE49-F238E27FC236}">
                <a16:creationId xmlns:a16="http://schemas.microsoft.com/office/drawing/2014/main" id="{D8927413-8FA0-FC88-D110-3DE08D6A5416}"/>
              </a:ext>
            </a:extLst>
          </p:cNvPr>
          <p:cNvSpPr/>
          <p:nvPr/>
        </p:nvSpPr>
        <p:spPr>
          <a:xfrm>
            <a:off x="548640" y="658368"/>
            <a:ext cx="10789920" cy="731520"/>
          </a:xfrm>
          <a:prstGeom prst="rect">
            <a:avLst/>
          </a:prstGeom>
          <a:noFill/>
          <a:ln/>
        </p:spPr>
        <p:txBody>
          <a:bodyPr wrap="square" rtlCol="0" anchor="ctr"/>
          <a:lstStyle/>
          <a:p>
            <a:pPr marL="0" indent="0" algn="l">
              <a:buNone/>
            </a:pPr>
            <a:r>
              <a:rPr lang="en-US" sz="3000" b="1" dirty="0">
                <a:solidFill>
                  <a:srgbClr val="1B2735"/>
                </a:solidFill>
                <a:latin typeface="Cambria" pitchFamily="34" charset="0"/>
                <a:ea typeface="Cambria" pitchFamily="34" charset="-122"/>
                <a:cs typeface="Cambria" pitchFamily="34" charset="-120"/>
              </a:rPr>
              <a:t>References</a:t>
            </a:r>
            <a:endParaRPr lang="en-US" sz="3000" dirty="0"/>
          </a:p>
        </p:txBody>
      </p:sp>
      <p:sp>
        <p:nvSpPr>
          <p:cNvPr id="4" name="Shape 2">
            <a:extLst>
              <a:ext uri="{FF2B5EF4-FFF2-40B4-BE49-F238E27FC236}">
                <a16:creationId xmlns:a16="http://schemas.microsoft.com/office/drawing/2014/main" id="{C2CF4DCD-901D-3F16-7094-4144C315AB25}"/>
              </a:ext>
            </a:extLst>
          </p:cNvPr>
          <p:cNvSpPr/>
          <p:nvPr/>
        </p:nvSpPr>
        <p:spPr>
          <a:xfrm>
            <a:off x="548640" y="1737360"/>
            <a:ext cx="10789920" cy="3700402"/>
          </a:xfrm>
          <a:prstGeom prst="roundRect">
            <a:avLst>
              <a:gd name="adj" fmla="val 2308"/>
            </a:avLst>
          </a:prstGeom>
          <a:solidFill>
            <a:srgbClr val="FFFFFF"/>
          </a:solidFill>
          <a:ln w="12700">
            <a:solidFill>
              <a:srgbClr val="DFE7F0"/>
            </a:solidFill>
            <a:prstDash val="solid"/>
          </a:ln>
          <a:effectLst>
            <a:outerShdw blurRad="101600" dist="25400" dir="5400000" algn="bl" rotWithShape="0">
              <a:srgbClr val="1B2735">
                <a:alpha val="10000"/>
              </a:srgbClr>
            </a:outerShdw>
          </a:effectLst>
        </p:spPr>
        <p:txBody>
          <a:bodyPr/>
          <a:lstStyle/>
          <a:p>
            <a:endParaRPr lang="en-IN"/>
          </a:p>
        </p:txBody>
      </p:sp>
      <p:sp>
        <p:nvSpPr>
          <p:cNvPr id="5" name="Text 3">
            <a:extLst>
              <a:ext uri="{FF2B5EF4-FFF2-40B4-BE49-F238E27FC236}">
                <a16:creationId xmlns:a16="http://schemas.microsoft.com/office/drawing/2014/main" id="{77DE281F-A1D5-4929-4E2F-44FD990671F9}"/>
              </a:ext>
            </a:extLst>
          </p:cNvPr>
          <p:cNvSpPr/>
          <p:nvPr/>
        </p:nvSpPr>
        <p:spPr>
          <a:xfrm>
            <a:off x="914400" y="2057400"/>
            <a:ext cx="2377440" cy="457200"/>
          </a:xfrm>
          <a:prstGeom prst="rect">
            <a:avLst/>
          </a:prstGeom>
          <a:noFill/>
          <a:ln/>
        </p:spPr>
        <p:txBody>
          <a:bodyPr wrap="square" rtlCol="0" anchor="ctr"/>
          <a:lstStyle/>
          <a:p>
            <a:pPr marL="0" indent="0">
              <a:buNone/>
            </a:pPr>
            <a:r>
              <a:rPr lang="en-US" sz="1600" b="1" dirty="0">
                <a:solidFill>
                  <a:srgbClr val="1B2735"/>
                </a:solidFill>
                <a:latin typeface="Calibri" pitchFamily="34" charset="0"/>
                <a:ea typeface="Calibri" pitchFamily="34" charset="-122"/>
                <a:cs typeface="Calibri" pitchFamily="34" charset="-120"/>
              </a:rPr>
              <a:t>Dataset</a:t>
            </a:r>
            <a:endParaRPr lang="en-US" sz="1600" dirty="0"/>
          </a:p>
        </p:txBody>
      </p:sp>
      <p:sp>
        <p:nvSpPr>
          <p:cNvPr id="6" name="Text 4">
            <a:extLst>
              <a:ext uri="{FF2B5EF4-FFF2-40B4-BE49-F238E27FC236}">
                <a16:creationId xmlns:a16="http://schemas.microsoft.com/office/drawing/2014/main" id="{45C23E31-42BC-0B50-EDB1-065C609B9CB7}"/>
              </a:ext>
            </a:extLst>
          </p:cNvPr>
          <p:cNvSpPr/>
          <p:nvPr/>
        </p:nvSpPr>
        <p:spPr>
          <a:xfrm>
            <a:off x="3383280" y="2057400"/>
            <a:ext cx="7589520" cy="457200"/>
          </a:xfrm>
          <a:prstGeom prst="rect">
            <a:avLst/>
          </a:prstGeom>
          <a:noFill/>
          <a:ln/>
        </p:spPr>
        <p:txBody>
          <a:bodyPr wrap="square" rtlCol="0" anchor="ctr"/>
          <a:lstStyle/>
          <a:p>
            <a:pPr marL="0" indent="0">
              <a:buNone/>
            </a:pPr>
            <a:r>
              <a:rPr lang="en-US" sz="1600" dirty="0">
                <a:solidFill>
                  <a:srgbClr val="5B6B7C"/>
                </a:solidFill>
                <a:latin typeface="Calibri" pitchFamily="34" charset="0"/>
                <a:ea typeface="Calibri" pitchFamily="34" charset="-122"/>
                <a:cs typeface="Calibri" pitchFamily="34" charset="-120"/>
              </a:rPr>
              <a:t>Twitter A/B testing.csv — provided project dataset, 15,474 campaigns</a:t>
            </a:r>
            <a:endParaRPr lang="en-US" sz="1600" dirty="0"/>
          </a:p>
        </p:txBody>
      </p:sp>
      <p:sp>
        <p:nvSpPr>
          <p:cNvPr id="7" name="Shape 5">
            <a:extLst>
              <a:ext uri="{FF2B5EF4-FFF2-40B4-BE49-F238E27FC236}">
                <a16:creationId xmlns:a16="http://schemas.microsoft.com/office/drawing/2014/main" id="{D2B2C879-6074-0D90-61A9-4D0262FEA1A0}"/>
              </a:ext>
            </a:extLst>
          </p:cNvPr>
          <p:cNvSpPr/>
          <p:nvPr/>
        </p:nvSpPr>
        <p:spPr>
          <a:xfrm>
            <a:off x="914400" y="2560320"/>
            <a:ext cx="10058400" cy="0"/>
          </a:xfrm>
          <a:prstGeom prst="line">
            <a:avLst/>
          </a:prstGeom>
          <a:noFill/>
          <a:ln w="9525">
            <a:solidFill>
              <a:srgbClr val="DFE7F0"/>
            </a:solidFill>
            <a:prstDash val="solid"/>
          </a:ln>
        </p:spPr>
        <p:txBody>
          <a:bodyPr/>
          <a:lstStyle/>
          <a:p>
            <a:endParaRPr lang="en-IN"/>
          </a:p>
        </p:txBody>
      </p:sp>
      <p:sp>
        <p:nvSpPr>
          <p:cNvPr id="8" name="Text 6">
            <a:extLst>
              <a:ext uri="{FF2B5EF4-FFF2-40B4-BE49-F238E27FC236}">
                <a16:creationId xmlns:a16="http://schemas.microsoft.com/office/drawing/2014/main" id="{C2148667-D1F8-D4EF-91B7-0A05FEFE877E}"/>
              </a:ext>
            </a:extLst>
          </p:cNvPr>
          <p:cNvSpPr/>
          <p:nvPr/>
        </p:nvSpPr>
        <p:spPr>
          <a:xfrm>
            <a:off x="914400" y="2679192"/>
            <a:ext cx="2377440" cy="457200"/>
          </a:xfrm>
          <a:prstGeom prst="rect">
            <a:avLst/>
          </a:prstGeom>
          <a:noFill/>
          <a:ln/>
        </p:spPr>
        <p:txBody>
          <a:bodyPr wrap="square" rtlCol="0" anchor="ctr"/>
          <a:lstStyle/>
          <a:p>
            <a:pPr marL="0" indent="0">
              <a:buNone/>
            </a:pPr>
            <a:r>
              <a:rPr lang="en-US" sz="1600" b="1" dirty="0">
                <a:solidFill>
                  <a:srgbClr val="1B2735"/>
                </a:solidFill>
                <a:latin typeface="Calibri" pitchFamily="34" charset="0"/>
                <a:ea typeface="Calibri" pitchFamily="34" charset="-122"/>
                <a:cs typeface="Calibri" pitchFamily="34" charset="-120"/>
              </a:rPr>
              <a:t>Task brief</a:t>
            </a:r>
            <a:endParaRPr lang="en-US" sz="1600" dirty="0"/>
          </a:p>
        </p:txBody>
      </p:sp>
      <p:sp>
        <p:nvSpPr>
          <p:cNvPr id="9" name="Text 7">
            <a:extLst>
              <a:ext uri="{FF2B5EF4-FFF2-40B4-BE49-F238E27FC236}">
                <a16:creationId xmlns:a16="http://schemas.microsoft.com/office/drawing/2014/main" id="{33B3CB49-4D4A-9C07-5ADE-AE049AB0020C}"/>
              </a:ext>
            </a:extLst>
          </p:cNvPr>
          <p:cNvSpPr/>
          <p:nvPr/>
        </p:nvSpPr>
        <p:spPr>
          <a:xfrm>
            <a:off x="3383280" y="2679192"/>
            <a:ext cx="7589520" cy="457200"/>
          </a:xfrm>
          <a:prstGeom prst="rect">
            <a:avLst/>
          </a:prstGeom>
          <a:noFill/>
          <a:ln/>
        </p:spPr>
        <p:txBody>
          <a:bodyPr wrap="square" rtlCol="0" anchor="ctr"/>
          <a:lstStyle/>
          <a:p>
            <a:pPr marL="0" indent="0">
              <a:buNone/>
            </a:pPr>
            <a:r>
              <a:rPr lang="en-US" sz="1600" dirty="0">
                <a:solidFill>
                  <a:srgbClr val="5B6B7C"/>
                </a:solidFill>
                <a:latin typeface="Calibri" pitchFamily="34" charset="0"/>
                <a:ea typeface="Calibri" pitchFamily="34" charset="-122"/>
                <a:cs typeface="Calibri" pitchFamily="34" charset="-120"/>
              </a:rPr>
              <a:t>Twitter A/B Testing Task — experiment context and ten guiding questions</a:t>
            </a:r>
            <a:endParaRPr lang="en-US" sz="1600" dirty="0"/>
          </a:p>
        </p:txBody>
      </p:sp>
      <p:sp>
        <p:nvSpPr>
          <p:cNvPr id="10" name="Shape 8">
            <a:extLst>
              <a:ext uri="{FF2B5EF4-FFF2-40B4-BE49-F238E27FC236}">
                <a16:creationId xmlns:a16="http://schemas.microsoft.com/office/drawing/2014/main" id="{3B044323-D53D-DEB1-9322-8F2633F8F898}"/>
              </a:ext>
            </a:extLst>
          </p:cNvPr>
          <p:cNvSpPr/>
          <p:nvPr/>
        </p:nvSpPr>
        <p:spPr>
          <a:xfrm>
            <a:off x="914400" y="3182112"/>
            <a:ext cx="10058400" cy="0"/>
          </a:xfrm>
          <a:prstGeom prst="line">
            <a:avLst/>
          </a:prstGeom>
          <a:noFill/>
          <a:ln w="9525">
            <a:solidFill>
              <a:srgbClr val="DFE7F0"/>
            </a:solidFill>
            <a:prstDash val="solid"/>
          </a:ln>
        </p:spPr>
        <p:txBody>
          <a:bodyPr/>
          <a:lstStyle/>
          <a:p>
            <a:endParaRPr lang="en-IN"/>
          </a:p>
        </p:txBody>
      </p:sp>
      <p:sp>
        <p:nvSpPr>
          <p:cNvPr id="11" name="Text 9">
            <a:extLst>
              <a:ext uri="{FF2B5EF4-FFF2-40B4-BE49-F238E27FC236}">
                <a16:creationId xmlns:a16="http://schemas.microsoft.com/office/drawing/2014/main" id="{E228D663-8C0E-65D1-0398-B2F620DA6582}"/>
              </a:ext>
            </a:extLst>
          </p:cNvPr>
          <p:cNvSpPr/>
          <p:nvPr/>
        </p:nvSpPr>
        <p:spPr>
          <a:xfrm>
            <a:off x="914400" y="3300984"/>
            <a:ext cx="2377440" cy="457200"/>
          </a:xfrm>
          <a:prstGeom prst="rect">
            <a:avLst/>
          </a:prstGeom>
          <a:noFill/>
          <a:ln/>
        </p:spPr>
        <p:txBody>
          <a:bodyPr wrap="square" rtlCol="0" anchor="ctr"/>
          <a:lstStyle/>
          <a:p>
            <a:pPr marL="0" indent="0">
              <a:buNone/>
            </a:pPr>
            <a:r>
              <a:rPr lang="en-US" sz="1600" b="1" dirty="0">
                <a:solidFill>
                  <a:srgbClr val="1B2735"/>
                </a:solidFill>
                <a:latin typeface="Calibri" pitchFamily="34" charset="0"/>
                <a:ea typeface="Calibri" pitchFamily="34" charset="-122"/>
                <a:cs typeface="Calibri" pitchFamily="34" charset="-120"/>
              </a:rPr>
              <a:t>Analysis notebook</a:t>
            </a:r>
            <a:endParaRPr lang="en-US" sz="1600" dirty="0"/>
          </a:p>
        </p:txBody>
      </p:sp>
      <p:sp>
        <p:nvSpPr>
          <p:cNvPr id="12" name="Text 10">
            <a:extLst>
              <a:ext uri="{FF2B5EF4-FFF2-40B4-BE49-F238E27FC236}">
                <a16:creationId xmlns:a16="http://schemas.microsoft.com/office/drawing/2014/main" id="{08282C33-CDD0-43EF-3264-3E8B5731E537}"/>
              </a:ext>
            </a:extLst>
          </p:cNvPr>
          <p:cNvSpPr/>
          <p:nvPr/>
        </p:nvSpPr>
        <p:spPr>
          <a:xfrm>
            <a:off x="3383280" y="3300984"/>
            <a:ext cx="7589520" cy="457200"/>
          </a:xfrm>
          <a:prstGeom prst="rect">
            <a:avLst/>
          </a:prstGeom>
          <a:noFill/>
          <a:ln/>
        </p:spPr>
        <p:txBody>
          <a:bodyPr wrap="square" rtlCol="0" anchor="ctr"/>
          <a:lstStyle/>
          <a:p>
            <a:pPr marL="0" indent="0">
              <a:buNone/>
            </a:pPr>
            <a:r>
              <a:rPr lang="en-US" sz="1600" dirty="0">
                <a:solidFill>
                  <a:srgbClr val="5B6B7C"/>
                </a:solidFill>
                <a:latin typeface="Calibri" pitchFamily="34" charset="0"/>
                <a:ea typeface="Calibri" pitchFamily="34" charset="-122"/>
                <a:cs typeface="Calibri" pitchFamily="34" charset="-120"/>
              </a:rPr>
              <a:t>Twitter_AB_Testing.ipynb</a:t>
            </a:r>
            <a:endParaRPr lang="en-US" sz="1600" dirty="0"/>
          </a:p>
        </p:txBody>
      </p:sp>
      <p:sp>
        <p:nvSpPr>
          <p:cNvPr id="13" name="Shape 11">
            <a:extLst>
              <a:ext uri="{FF2B5EF4-FFF2-40B4-BE49-F238E27FC236}">
                <a16:creationId xmlns:a16="http://schemas.microsoft.com/office/drawing/2014/main" id="{8C39FD40-BA07-2003-3775-644FF6BAD243}"/>
              </a:ext>
            </a:extLst>
          </p:cNvPr>
          <p:cNvSpPr/>
          <p:nvPr/>
        </p:nvSpPr>
        <p:spPr>
          <a:xfrm>
            <a:off x="914400" y="3803904"/>
            <a:ext cx="10058400" cy="0"/>
          </a:xfrm>
          <a:prstGeom prst="line">
            <a:avLst/>
          </a:prstGeom>
          <a:noFill/>
          <a:ln w="9525">
            <a:solidFill>
              <a:srgbClr val="DFE7F0"/>
            </a:solidFill>
            <a:prstDash val="solid"/>
          </a:ln>
        </p:spPr>
        <p:txBody>
          <a:bodyPr/>
          <a:lstStyle/>
          <a:p>
            <a:endParaRPr lang="en-IN"/>
          </a:p>
        </p:txBody>
      </p:sp>
      <p:sp>
        <p:nvSpPr>
          <p:cNvPr id="14" name="Text 12">
            <a:extLst>
              <a:ext uri="{FF2B5EF4-FFF2-40B4-BE49-F238E27FC236}">
                <a16:creationId xmlns:a16="http://schemas.microsoft.com/office/drawing/2014/main" id="{59B26BB0-1A97-56FB-0E3B-E7F78AA59873}"/>
              </a:ext>
            </a:extLst>
          </p:cNvPr>
          <p:cNvSpPr/>
          <p:nvPr/>
        </p:nvSpPr>
        <p:spPr>
          <a:xfrm>
            <a:off x="914400" y="3922776"/>
            <a:ext cx="2377440" cy="457200"/>
          </a:xfrm>
          <a:prstGeom prst="rect">
            <a:avLst/>
          </a:prstGeom>
          <a:noFill/>
          <a:ln/>
        </p:spPr>
        <p:txBody>
          <a:bodyPr wrap="square" rtlCol="0" anchor="ctr"/>
          <a:lstStyle/>
          <a:p>
            <a:pPr marL="0" indent="0">
              <a:buNone/>
            </a:pPr>
            <a:r>
              <a:rPr lang="en-US" sz="1600" b="1" dirty="0">
                <a:solidFill>
                  <a:srgbClr val="1B2735"/>
                </a:solidFill>
                <a:latin typeface="Calibri" pitchFamily="34" charset="0"/>
                <a:ea typeface="Calibri" pitchFamily="34" charset="-122"/>
                <a:cs typeface="Calibri" pitchFamily="34" charset="-120"/>
              </a:rPr>
              <a:t>Tools</a:t>
            </a:r>
            <a:endParaRPr lang="en-US" sz="1600" dirty="0"/>
          </a:p>
        </p:txBody>
      </p:sp>
      <p:sp>
        <p:nvSpPr>
          <p:cNvPr id="15" name="Text 13">
            <a:extLst>
              <a:ext uri="{FF2B5EF4-FFF2-40B4-BE49-F238E27FC236}">
                <a16:creationId xmlns:a16="http://schemas.microsoft.com/office/drawing/2014/main" id="{37A3CAFD-78B1-ED23-8DB7-C2CDA9026173}"/>
              </a:ext>
            </a:extLst>
          </p:cNvPr>
          <p:cNvSpPr/>
          <p:nvPr/>
        </p:nvSpPr>
        <p:spPr>
          <a:xfrm>
            <a:off x="3383280" y="3922776"/>
            <a:ext cx="7589520" cy="457200"/>
          </a:xfrm>
          <a:prstGeom prst="rect">
            <a:avLst/>
          </a:prstGeom>
          <a:noFill/>
          <a:ln/>
        </p:spPr>
        <p:txBody>
          <a:bodyPr wrap="square" rtlCol="0" anchor="ctr"/>
          <a:lstStyle/>
          <a:p>
            <a:pPr marL="0" indent="0">
              <a:buNone/>
            </a:pPr>
            <a:r>
              <a:rPr lang="en-US" sz="1600" dirty="0">
                <a:solidFill>
                  <a:srgbClr val="5B6B7C"/>
                </a:solidFill>
                <a:latin typeface="Calibri" pitchFamily="34" charset="0"/>
                <a:ea typeface="Calibri" pitchFamily="34" charset="-122"/>
                <a:cs typeface="Calibri" pitchFamily="34" charset="-120"/>
              </a:rPr>
              <a:t>Python — pandas, numpy, scipy, statsmodels, seaborn, matplotlib</a:t>
            </a:r>
            <a:endParaRPr lang="en-US" sz="1600" dirty="0"/>
          </a:p>
        </p:txBody>
      </p:sp>
      <p:sp>
        <p:nvSpPr>
          <p:cNvPr id="16" name="Shape 14">
            <a:extLst>
              <a:ext uri="{FF2B5EF4-FFF2-40B4-BE49-F238E27FC236}">
                <a16:creationId xmlns:a16="http://schemas.microsoft.com/office/drawing/2014/main" id="{37BF5723-B8EE-C835-15C9-6329561EDB8D}"/>
              </a:ext>
            </a:extLst>
          </p:cNvPr>
          <p:cNvSpPr/>
          <p:nvPr/>
        </p:nvSpPr>
        <p:spPr>
          <a:xfrm>
            <a:off x="914400" y="4425696"/>
            <a:ext cx="10058400" cy="0"/>
          </a:xfrm>
          <a:prstGeom prst="line">
            <a:avLst/>
          </a:prstGeom>
          <a:noFill/>
          <a:ln w="9525">
            <a:solidFill>
              <a:srgbClr val="DFE7F0"/>
            </a:solidFill>
            <a:prstDash val="solid"/>
          </a:ln>
        </p:spPr>
        <p:txBody>
          <a:bodyPr/>
          <a:lstStyle/>
          <a:p>
            <a:endParaRPr lang="en-IN"/>
          </a:p>
        </p:txBody>
      </p:sp>
      <p:sp>
        <p:nvSpPr>
          <p:cNvPr id="17" name="Text 15">
            <a:extLst>
              <a:ext uri="{FF2B5EF4-FFF2-40B4-BE49-F238E27FC236}">
                <a16:creationId xmlns:a16="http://schemas.microsoft.com/office/drawing/2014/main" id="{5962F66B-4A50-0911-F814-8DB07C5188A7}"/>
              </a:ext>
            </a:extLst>
          </p:cNvPr>
          <p:cNvSpPr/>
          <p:nvPr/>
        </p:nvSpPr>
        <p:spPr>
          <a:xfrm>
            <a:off x="914400" y="4544568"/>
            <a:ext cx="2377440" cy="457200"/>
          </a:xfrm>
          <a:prstGeom prst="rect">
            <a:avLst/>
          </a:prstGeom>
          <a:noFill/>
          <a:ln/>
        </p:spPr>
        <p:txBody>
          <a:bodyPr wrap="square" rtlCol="0" anchor="ctr"/>
          <a:lstStyle/>
          <a:p>
            <a:pPr marL="0" indent="0">
              <a:buNone/>
            </a:pPr>
            <a:r>
              <a:rPr lang="en-US" sz="1600" b="1" dirty="0">
                <a:solidFill>
                  <a:srgbClr val="1B2735"/>
                </a:solidFill>
                <a:latin typeface="Calibri" pitchFamily="34" charset="0"/>
                <a:ea typeface="Calibri" pitchFamily="34" charset="-122"/>
                <a:cs typeface="Calibri" pitchFamily="34" charset="-120"/>
              </a:rPr>
              <a:t>Statistical methods</a:t>
            </a:r>
            <a:endParaRPr lang="en-US" sz="1600" dirty="0"/>
          </a:p>
        </p:txBody>
      </p:sp>
      <p:sp>
        <p:nvSpPr>
          <p:cNvPr id="18" name="Text 16">
            <a:extLst>
              <a:ext uri="{FF2B5EF4-FFF2-40B4-BE49-F238E27FC236}">
                <a16:creationId xmlns:a16="http://schemas.microsoft.com/office/drawing/2014/main" id="{7F013E81-19A2-9521-F45A-4436AD5A7F2D}"/>
              </a:ext>
            </a:extLst>
          </p:cNvPr>
          <p:cNvSpPr/>
          <p:nvPr/>
        </p:nvSpPr>
        <p:spPr>
          <a:xfrm>
            <a:off x="3383280" y="4544568"/>
            <a:ext cx="7589520" cy="457200"/>
          </a:xfrm>
          <a:prstGeom prst="rect">
            <a:avLst/>
          </a:prstGeom>
          <a:noFill/>
          <a:ln/>
        </p:spPr>
        <p:txBody>
          <a:bodyPr wrap="square" rtlCol="0" anchor="ctr"/>
          <a:lstStyle/>
          <a:p>
            <a:pPr marL="0" indent="0">
              <a:buNone/>
            </a:pPr>
            <a:r>
              <a:rPr lang="en-US" sz="1600" dirty="0">
                <a:solidFill>
                  <a:srgbClr val="5B6B7C"/>
                </a:solidFill>
                <a:latin typeface="Calibri" pitchFamily="34" charset="0"/>
                <a:ea typeface="Calibri" pitchFamily="34" charset="-122"/>
                <a:cs typeface="Calibri" pitchFamily="34" charset="-120"/>
              </a:rPr>
              <a:t>Two-proportion z-test, Mann-Whitney U, Kruskal-Wallis, Levene's test, Welch's t-test, logistic interaction model</a:t>
            </a:r>
            <a:endParaRPr lang="en-US" sz="1600" dirty="0"/>
          </a:p>
        </p:txBody>
      </p:sp>
      <p:sp>
        <p:nvSpPr>
          <p:cNvPr id="19" name="Text 17">
            <a:extLst>
              <a:ext uri="{FF2B5EF4-FFF2-40B4-BE49-F238E27FC236}">
                <a16:creationId xmlns:a16="http://schemas.microsoft.com/office/drawing/2014/main" id="{C2364ED0-BA1C-8681-01A0-4FA1EB9D9826}"/>
              </a:ext>
            </a:extLst>
          </p:cNvPr>
          <p:cNvSpPr/>
          <p:nvPr/>
        </p:nvSpPr>
        <p:spPr>
          <a:xfrm>
            <a:off x="548640" y="6125702"/>
            <a:ext cx="7315200" cy="365760"/>
          </a:xfrm>
          <a:prstGeom prst="rect">
            <a:avLst/>
          </a:prstGeom>
          <a:noFill/>
          <a:ln/>
        </p:spPr>
        <p:txBody>
          <a:bodyPr wrap="square" rtlCol="0" anchor="ctr"/>
          <a:lstStyle/>
          <a:p>
            <a:pPr marL="0" indent="0">
              <a:buNone/>
            </a:pPr>
            <a:r>
              <a:rPr lang="en-US" sz="1100" i="1" dirty="0">
                <a:solidFill>
                  <a:srgbClr val="5B6B7C"/>
                </a:solidFill>
                <a:latin typeface="Calibri" pitchFamily="34" charset="0"/>
                <a:ea typeface="Calibri" pitchFamily="34" charset="-122"/>
                <a:cs typeface="Calibri" pitchFamily="34" charset="-120"/>
              </a:rPr>
              <a:t>Prepared by Shubham Prasad Kuiri · Data Science &amp; Statistics</a:t>
            </a:r>
            <a:endParaRPr lang="en-US" sz="1100" dirty="0"/>
          </a:p>
        </p:txBody>
      </p:sp>
      <p:sp>
        <p:nvSpPr>
          <p:cNvPr id="20" name="Text 18">
            <a:extLst>
              <a:ext uri="{FF2B5EF4-FFF2-40B4-BE49-F238E27FC236}">
                <a16:creationId xmlns:a16="http://schemas.microsoft.com/office/drawing/2014/main" id="{84BDF39C-10BD-D1D8-DA0D-F623EDEDB31C}"/>
              </a:ext>
            </a:extLst>
          </p:cNvPr>
          <p:cNvSpPr/>
          <p:nvPr/>
        </p:nvSpPr>
        <p:spPr>
          <a:xfrm>
            <a:off x="11368735" y="6583680"/>
            <a:ext cx="457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19</a:t>
            </a:r>
            <a:endParaRPr lang="en-US" sz="1000" dirty="0"/>
          </a:p>
        </p:txBody>
      </p:sp>
    </p:spTree>
    <p:extLst>
      <p:ext uri="{BB962C8B-B14F-4D97-AF65-F5344CB8AC3E}">
        <p14:creationId xmlns:p14="http://schemas.microsoft.com/office/powerpoint/2010/main" val="777712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TotalTime>
  <Words>1928</Words>
  <Application>Microsoft Office PowerPoint</Application>
  <PresentationFormat>Widescreen</PresentationFormat>
  <Paragraphs>290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Bodoni MT</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Shubham Kuiri</cp:lastModifiedBy>
  <cp:revision>4</cp:revision>
  <dcterms:created xsi:type="dcterms:W3CDTF">2026-09-11T19:54:12Z</dcterms:created>
  <dcterms:modified xsi:type="dcterms:W3CDTF">2026-09-14T14:05:16Z</dcterms:modified>
</cp:coreProperties>
</file>